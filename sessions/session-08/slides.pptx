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Let 3-4 learners answer. Write responses on the whiteboard. "These are all things GitHub Actions can do for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Emphasize that clicking "Configure" does NOT activate the workflow yet. Learners must commit the file to enable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Use the alarm clock analogy. "If you set your phone alarm for 7 AM every Monday, the cron is 0 7 * * 1. Zero minutes past 7, every month, every day-of-month, but only on Monday."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Show a real workflow run log on the projector. Point out the expandable sections and green checkmarks.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Have the YAML pre-typed in a text file to paste during the demo. Show each step slowly. After committing, trigger manually using workflow_dispatch if the schedule hasn't fired yet. Walk through the run log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Pair learners. Distribute lab exercise and workflow setup guide handouts. Move through steps slowly — wait for all hands down before proceeding.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Walk around and listen. Note which scenarios are most popular — this informs Session 9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Automating Farm Tasks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Up Your First Automated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4747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— GitHub Training for Farmers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8!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repositories (Session 1)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tasks with Issues (Session 2)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with Projects (Session 3)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with Pull Requests (Session 4)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connected with notifications (Session 5)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templates for reusable tasks (Session 6)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triggers and YAML basics (Session 7)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you’ll build your first automated workflow — a task that runs by itself on a schedule, like setting an alarm clock for your farm chores.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Question: What farm task would you love to have done automatically?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weekly equipment check reminder every Monday?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monthly soil test reminder on the first of the month?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daily livestock health check prompt every morning?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seasonal planting reminder at the start of each quarter?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GitHub could remind you — automatically — without you having to remember?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Review from Session 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session, you learned: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— events that start a workflow (like a motion sensor turning on a barn light)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— the language workflows are written in (like a recipe card with exact formatting)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file — lives in the .github/workflows/ folder of your repository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trigger types: manual (workflow_dispatch), event-based (push, issues), and scheduled (schedule)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 focus on scheduled triggers — the alarm clock of GitHub Actions.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GitHub Actions?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= Your Automated Farmhand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 you could hire a helper who: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up at the exact same time every week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same task perfectly every time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forgets, never takes a day off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Leaves a log of everything they did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GitHub Actions. You write the instructions once, and GitHub runs them on your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Workflow Templates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gives you pre-built templates — like buying a pre-made fence kit instead of cutting every board yourself.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GitHub’s Actions Marketplace has hundreds of templates: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Ready-to-use workflows for common tasks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by GitHub and the community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pick one, customize it, and you’re done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we’ll start with a template and then modify it to fit your farm.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Enable a Starter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your repository on GitHub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"Actions" tab at the top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see a page that says "Get started with GitHub Actions"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the suggested workflows or search for one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"Configure" on the template you want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YAML file (we’ll walk through it)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"Commit changes" to save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it — the workflow is now active in your repository.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the Schedule: Cron Syntax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= Your Alarm Clock Settings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cron schedule has 5 fields — think of setting an alarm: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8046720" cy="2103120"/>
          </a:xfrm>
          <a:prstGeom prst="rect">
            <a:avLst>
              <a:gd name="adj" fmla="val 4348"/>
            </a:avLst>
          </a:prstGeom>
          <a:solidFill>
            <a:srgbClr val="1E1E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4884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   *    *    *    *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|    |    |    |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|    |    |    +--- Day of week (0=Sun ... 6=Sat)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|    |    +-------- Month (1-12)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|    +------------- Day of month (1-31)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+------------------ Hour (0-23)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+----------------------- Minute (0-59)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like: Minute, Hour, Day-of-Month, Month, Day-of-Week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Examples for Farmers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29260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Want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Cron Expression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Plain English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day at 8 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8 * * 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Minute 0, Hour 8, every day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Monday at 7 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7 * *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Minute 0, Hour 7, Monday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of every month at 6 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6 1 * 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Minute 0, Hour 6, Day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weekday at 9 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9 * * 1-5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Minute 0, Hour 9, Mon-Fri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Sunday at 5 PM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17 * * 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Minute 0, Hour 17, Sunday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 An asterisk * means "every" — like saying "any day" or "any month."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Note About Time Zones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uses UTC time (Coordinated Universal Time).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farm is in the US Central Time zone, UTC is 6 hours ahead (or 5 during daylight saving)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get a Monday 7 AM Central reminder, you’d set 1 PM UTC: 0 13 * * 1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worry about getting this perfect today — we’ll keep it simple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For now, just know your workflow might run a few hours earlier or later than expected. You can adjust later.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Workflow 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read a workflow file like a recipe card: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3291840"/>
          </a:xfrm>
          <a:prstGeom prst="rect">
            <a:avLst>
              <a:gd name="adj" fmla="val 2778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7680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Weekly Equipment Check Reminder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cron: '0 13 * * 1'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create-reminder: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Create equipment check issue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uses: actions/github-script@v7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script: |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await github.rest.issues.create({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owner: context.repo.owner,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repo: context.repo.repo,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title: 'Weekly Equipment Check - '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+ new Date().toLocaleDateString(),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body: '## Equipment Check Checklist\n'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+ '- [ ] Check tractor oil\n'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+ '- [ ] Inspect irrigation lines',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labels: ['equipment', 'recurring']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panic! We’ll break this down piece by piece.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Down the Recipe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by line, like reading a recipe card: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291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Farm Analogy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 the workflow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on the recipe card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on: schedule: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the trigger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"Make this every Monday"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cron: '0 13 * * 1'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exact schedule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"At 1 PM UTC on Mondays"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work to 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"Here are the steps"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runs-on: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computer runs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"Use the kitchen stove"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steps: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Individual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"Step 1: Preheat. Step 2: Mix."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uses: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pre-built 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"Use the stand mixer"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Issue title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"What to write on the work order"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body: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Issue content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"The checklist inside the work order"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Verifying Your Workflow Runs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know it worked?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"Actions" tab in your repository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see a list of workflow runs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the status icon: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Green checkmark = Success (the task completed)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Red X = Failed (something went wrong)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 Yellow circle = In progress (still running)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on a run to see the details and log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 checking your alarm clock history — did it go off? Did you hear it?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Run Log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click on a workflow run, you see: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page — shows which jobs ran and their status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details — click a job name to see each step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logs — click a step to see exactly what happened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checkmarks next to each step = everything worked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 X next to a step = that step failed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error message tells you what went wrong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Troubleshooting: Common Errors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31089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Message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to Fix 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"Invalid workflow file"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YAML formatting is wrong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indentation (spaces, not tabs)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"Unexpected value"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field has a typo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spelling of keywords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"Resource not accessible"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Permissions issue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Settings &gt; Actions &gt; General, enable R/W permissions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"Cron expression is invalid"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 format is wrong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5 fields, use single quotes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run appears at all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 not triggered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Wait, or add workflow_dispatch to test manually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one cause of errors: Indentation. YAML uses spaces (not tabs) and every level must line up exactly.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Weekly Equipment Check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build an automated reminder from scratch.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my demo repository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Actions tab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"set up a workflow yourself"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the Weekly Equipment Check workflow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the file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it manually to test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Actions tab for the green checkmark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Issue it created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 — you’ll build your own next.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Manual Trigger for Testing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tip: Add workflow_dispatch so you can test anytime.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46720" cy="1463040"/>
          </a:xfrm>
          <a:prstGeom prst="rect">
            <a:avLst>
              <a:gd name="adj" fmla="val 6250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8308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schedule: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cron: '0 13 * * 1'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workflow_dispatch: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workflow_dispatch means you can also click "Run workflow" in the Actions tab to test it immediately — instead of waiting until the scheduled time.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 adding a "Test" button to your alarm clock so you can make sure it works before Monday.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Practice: Your Turn!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We’ll work through this together, step by step: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farm repository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Actions tab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workflow file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the Weekly Equipment Check YAML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Modify the schedule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test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lab exercise handout to Part 1.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 (1) Check the quick-reference guide, (2) Ask your partner, (3) Raise your hand.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can’t break anything. If something goes wrong, we’ll fix it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10896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you’ll create your own automated farm workflow from scratch!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which scenario you want to try: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Equipment: Weekly equipment check reminder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Crops: Planting season preparation reminder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Livestock: Livestock health check reminder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Practice: Your Challenge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automated farm reminder workflow. Choose your scenario: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 Weekly Equipment Check — every Monday at 7 AM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 Planting Season Reminder — first of each month at 8 AM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 Livestock Health Check — every Wednesday and Friday at 6 AM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workflow file in .github/workflows/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YAML template for your scenario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 the Issue title and checklist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workflow_dispatch for testing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Commit, test, and verify in the Actions tab</a:t>
            </a:r>
            <a:endParaRPr lang="en-US" sz="1600" dirty="0"/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fails, read the error log and fix the problem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challenge: Modify the cron schedule to a different day or time.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GitHub’s automation system that runs tasks for you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set of automated instructions stored as a YAML file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Cron schedule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5-field time expression that controls when a workflow runs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execution of your workflow (visible in the Actions tab)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log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detailed record of what happened during a workflow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workflow_dispatch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trigger that lets you run a workflow manually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recurring task would save you the most time if it were automated?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would you want the reminder — daily, weekly, monthly?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would you include in the automated Issue?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Next: Session 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9: Advanced Projects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learn to build more complex workflows and connect automation to your project boards — like having your automated farmhand not only create the work order but also pin it to your planning board.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your scheduled workflow run at least once on its own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Actions tab to verify it created an Issue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modifying the checklist in your workflow file</a:t>
            </a:r>
            <a:endParaRPr lang="en-US" sz="1800" dirty="0"/>
          </a:p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with a different cron schedule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 of 12  |  Automating Farm Tasks  |  Slide 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</a:t>
            </a:r>
            <a:endParaRPr lang="en-US" sz="2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leave.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have an automated farmhand working for you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GitHub. It will show up on time, every time,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never forget a task.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8: Automating Farm Tasks</dc:title>
  <dc:subject>Setting Up Your First Automated Workflow</dc:subject>
  <dc:creator>GitHub Training for Farmers</dc:creator>
  <cp:lastModifiedBy>GitHub Training for Farmers</cp:lastModifiedBy>
  <cp:revision>1</cp:revision>
  <dcterms:created xsi:type="dcterms:W3CDTF">2026-01-30T08:09:10Z</dcterms:created>
  <dcterms:modified xsi:type="dcterms:W3CDTF">2026-01-30T08:09:10Z</dcterms:modified>
</cp:coreProperties>
</file>