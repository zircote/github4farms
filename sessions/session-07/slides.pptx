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Let 2-3 learners answer. "What if GitHub could handle those reminders and routine tasks automatically - even while you're sleeping?"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Use the demo repository with pre-built workflows. Walk slowly through the Actions tab, click a successful run, then click a failed run. Open the .github/workflows/ file to show the 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Pair learners. Distribute lab exercise handout. All learners will use the shared demo repository for this exercise since it has pre-built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Pause at checkpoint. Walk around to confirm learners can identify the key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Walk around and listen. Learners who connect Actions to their own farm needs are demonstrating "Evaluate" level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4157" y="1544836"/>
            <a:ext cx="679553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GitHub Actions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0" y="2322612"/>
            <a:ext cx="1524000" cy="5075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56739" y="2754213"/>
            <a:ext cx="66303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2200" i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Farm Helpers That Work While You Sleep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42064" y="3331964"/>
            <a:ext cx="48597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7 of 12 — GitHub Training for Farmers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7!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157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you have learned to: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90675"/>
            <a:ext cx="8229600" cy="185395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repositories (Session 1)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tasks with Issues (Session 2)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with Projects (Session 3)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with Pull Requests (Session 4)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connected with notifications (Session 5)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reusable templates (Session 6)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97027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 learn about GitHub Actions</a:t>
            </a:r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automatic helpers that do tasks for you, on a schedule or when something happens.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1575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01701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the repetitive tasks on your farm that happen on a schedule or when something changes: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35101"/>
            <a:ext cx="8229600" cy="12954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check equipment every Monday morning?</a:t>
            </a:r>
            <a:endParaRPr lang="en-US" sz="18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need a reminder when a vet visit is overdue?</a:t>
            </a:r>
            <a:endParaRPr lang="en-US" sz="18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the team be notified when a new seasonal task is added?</a:t>
            </a:r>
            <a:endParaRPr lang="en-US" sz="18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wish someone would nag about overdue maintenance?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08202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800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time do you spend just remembering to do these things — or reminding others?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1575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tasks need to happen automatically.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01701"/>
            <a:ext cx="8229600" cy="1638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forget to send the weekly equipment check reminder</a:t>
            </a:r>
            <a:endParaRPr lang="en-US" sz="18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notices an Issue has been open for 2 weeks</a:t>
            </a:r>
            <a:endParaRPr lang="en-US" sz="18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members don't get a welcome message</a:t>
            </a:r>
            <a:endParaRPr lang="en-US" sz="18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tasks don't get created until someone remembers</a:t>
            </a:r>
            <a:endParaRPr lang="en-US" sz="18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the bottleneck because everything depends on you remembering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17702"/>
            <a:ext cx="8229600" cy="8888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95300" y="3517702"/>
            <a:ext cx="0" cy="888802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3695402"/>
            <a:ext cx="78501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hire a helper who never forgets, never sleeps, and follows your instructions exactly?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GitHub Actions?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20676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= Automatic Farm Helpers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71476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GitHub Actions as a </a:t>
            </a:r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hired hand who follows written instructions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39677"/>
            <a:ext cx="8229600" cy="121905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down the instructions once (a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tell the helper when to start working (a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helper does the tasks in order (the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helper reports back whether the work got done (the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60229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helper works 24/7. It never forgets. It never calls in sick.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28430"/>
            <a:ext cx="8229600" cy="7301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5300" y="3628430"/>
            <a:ext cx="0" cy="730151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550" y="3755380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like posting a list of instructions on the barn door for a farmhand: "Every Monday at 6 AM, check these five pieces of equipment and report back."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Start an Automatic Helper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82576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Types — What Tells the Helper to Start Working?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09677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= alarm clock that rings on a timer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27128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= motion-sensor light that turns on when something happens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44578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= you push a button when you are ready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Trigger Type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Farm Analogy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C2C"/>
                          </a:solidFill>
                        </a:rPr>
                        <a:t>Schedule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</a:rPr>
                        <a:t>Alarm clock - goes off at a set 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"Every Monday at 8 AM, create the weekly equipment check Issue"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C2C"/>
                          </a:solidFill>
                        </a:rPr>
                        <a:t>Event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</a:rPr>
                        <a:t>Motion-sensor light - reacts when something happens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"When a new Issue is created, add a welcome comment"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C2C"/>
                          </a:solidFill>
                        </a:rPr>
                        <a:t>Manual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</a:rPr>
                        <a:t>Push a button - you decide when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"I click a button to run the end-of-season report"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Triggers: The Alarm Clock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1575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= The helper starts at a set time, automatically.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78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41475"/>
            <a:ext cx="8229600" cy="90160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Monday at 8 AM — create a weekly equipment checklist Issue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of every month — remind the team about monthly safety inspection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Friday at 5 PM — post a summary of open Issues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95476"/>
            <a:ext cx="8229600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5300" y="3095476"/>
            <a:ext cx="0" cy="1571625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550" y="3247876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analogy: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setting your alarm clock to feed the chickens at 6 AM. You set it once, and it goes off every day whether you remember or not.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6550" y="3800326"/>
            <a:ext cx="790204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name:</a:t>
            </a:r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 uses something called "cron" to set schedules. You don't need to memorize this — just know that schedules can be set to any day, time, or interval.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Triggers: The Motion-Sensor Light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5375"/>
            <a:ext cx="83941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= The helper starts when something specific happens in your repository.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87426"/>
            <a:ext cx="83941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120801"/>
            <a:ext cx="8229600" cy="87302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creates a new Issue — automatically add a "needs review" label</a:t>
            </a:r>
            <a:endParaRPr lang="en-US" sz="17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Pull Request is opened — notify the team lead</a:t>
            </a:r>
            <a:endParaRPr lang="en-US" sz="17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Issue is labeled "urgent" — post a comment with emergency contacts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095327"/>
            <a:ext cx="8229600" cy="8602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5300" y="3095327"/>
            <a:ext cx="0" cy="860227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1101" y="3196828"/>
            <a:ext cx="7953958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analogy:</a:t>
            </a:r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a motion-sensor light in the barn. You don't flip a switch — the light turns on automatically when someone walks in. The "event" (motion) triggers the "action" (light turns on).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Triggers: Push a Button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1575"/>
            <a:ext cx="839419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= You decide when to run the helper by clicking a button.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7167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65325"/>
            <a:ext cx="8229600" cy="9525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quarterly inventory check when you are ready</a:t>
            </a:r>
            <a:endParaRPr lang="en-US" sz="18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seasonal planning report on demand</a:t>
            </a:r>
            <a:endParaRPr lang="en-US" sz="18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batch of Issues for spring planting tasks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0225"/>
            <a:ext cx="8229600" cy="781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5300" y="3470225"/>
            <a:ext cx="0" cy="78105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550" y="3622625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analogy:</a:t>
            </a:r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a button on the wall that starts the grain auger. The system is ready to go, but it only runs when you push the button.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the Actions Tab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20676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see your automatic helpers at work?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71476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repository has an </a:t>
            </a:r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tab. Click it to see: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127"/>
            <a:ext cx="2607766" cy="1358801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2117527"/>
            <a:ext cx="224549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Checkmark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0350" y="2406402"/>
            <a:ext cx="224549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helper finished the job correctly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68117" y="1965127"/>
            <a:ext cx="2607766" cy="1358801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1267" y="2117527"/>
            <a:ext cx="224549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1267" y="2406402"/>
            <a:ext cx="224549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something went wrong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79034" y="1965127"/>
            <a:ext cx="2607766" cy="1358801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2184" y="2117527"/>
            <a:ext cx="224549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Dot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2184" y="2406402"/>
            <a:ext cx="224549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helper is working right now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450878"/>
            <a:ext cx="8229600" cy="7301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5300" y="3450878"/>
            <a:ext cx="0" cy="730151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550" y="3577828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analogy:</a:t>
            </a:r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Think of the Actions tab as the job board in the farm office. Each completed job has a green check (done right) or a red X (problem).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Workflow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69925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Tell If the Helper Did Its Job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41400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click on a workflow run, you see: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42926"/>
            <a:ext cx="8229600" cy="1291828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workflow</a:t>
            </a:r>
            <a:pPr algn="l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 (the name of the instructions)</a:t>
            </a:r>
            <a:endParaRPr lang="en-US" sz="16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algn="l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ran (date and time)</a:t>
            </a:r>
            <a:endParaRPr lang="en-US" sz="16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triggered</a:t>
            </a:r>
            <a:pPr algn="l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(schedule, event, or manual)</a:t>
            </a:r>
            <a:endParaRPr lang="en-US" sz="16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</a:t>
            </a:r>
            <a:pPr algn="l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took</a:t>
            </a:r>
            <a:endParaRPr lang="en-US" sz="16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pPr algn="l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success or failure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10954"/>
            <a:ext cx="8229600" cy="11936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5300" y="3110954"/>
            <a:ext cx="0" cy="1193602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1101" y="3212455"/>
            <a:ext cx="79539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understand the technical details.</a:t>
            </a:r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look for: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1101" y="3469630"/>
            <a:ext cx="79539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checkmark = All good. The automatic task completed.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1101" y="3726805"/>
            <a:ext cx="79539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X = Something went wrong. Ask for help or check the error message.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101" y="3983980"/>
            <a:ext cx="79539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dot = Still working. Check back in a few minutes.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YAML File (Read-Only)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30176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instructions are written in a file called YAML.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25451"/>
            <a:ext cx="839419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is like a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card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your automatic helper. Today, you will learn to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YAML file, not write one.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9801"/>
            <a:ext cx="8229600" cy="2069455"/>
          </a:xfrm>
          <a:prstGeom prst="roundRect">
            <a:avLst>
              <a:gd name="adj" fmla="val 3682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86675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Recipe 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2031802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Weekly Equipment Reminder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2196852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When to start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2361902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4901" y="2526953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2692003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cron: '0 8 * * MON' </a:t>
            </a:r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 8AM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4901" y="2857054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work to 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901" y="3022104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901" y="3187154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send-reminder: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901" y="3352205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4901" y="3517255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E9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Create reminder Issue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85456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worry about every line. Focus on the parts we will highlight next.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Recipe Card: Key Parts of a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1126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workflow has these key parts, just like a recipe card: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136702"/>
            <a:ext cx="8229600" cy="93612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95300" y="3136702"/>
            <a:ext cx="0" cy="936129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101" y="3238202"/>
            <a:ext cx="79539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workflow is like reading a recipe: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1101" y="3482578"/>
            <a:ext cx="79539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What's it called? (name)   2. When do we make it? (trigger)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1101" y="3726954"/>
            <a:ext cx="79539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are we making? (job)   4. What are the steps? (steps)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Recipe Card Part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YAML Part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C2C"/>
                          </a:solidFill>
                        </a:rPr>
                        <a:t>Recipe name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</a:rPr>
                        <a:t>What this workflow is called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C2C"/>
                          </a:solidFill>
                        </a:rPr>
                        <a:t>When to cook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</a:rPr>
                        <a:t>The trigger - what starts the workflow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C2C"/>
                          </a:solidFill>
                        </a:rPr>
                        <a:t>Dish to prepare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jobs: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</a:rPr>
                        <a:t>The job - a group of steps to complete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C2C"/>
                          </a:solidFill>
                        </a:rPr>
                        <a:t>Step-by-step instructions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steps: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</a:rPr>
                        <a:t>Each individual task, in order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Weekly Equipment Check Reminder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3347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Weekly Equipment Reminder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271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Schedule — every Monday at 8 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776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Job: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an Issue reminding the team to do the weekly equipment inspection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14426"/>
            <a:ext cx="8229600" cy="125715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2466826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350" y="2784277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a new Issue titled "Weekly Equipment Check"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350" y="3101727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a checklist of equipment to inspect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673078"/>
            <a:ext cx="8229600" cy="7301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5300" y="3673078"/>
            <a:ext cx="0" cy="730151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550" y="3800029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analogy:</a:t>
            </a:r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setting an alarm clock that posts a note on the barn door every Monday morning: "Time to check the equipment."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Overdue Issue Alert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3347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Overdue Issue Notification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271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 — runs on a schedule, checks for Issues older than 14 days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776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Job: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comment to any Issue that has been open too long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14426"/>
            <a:ext cx="8229600" cy="152385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2466826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350" y="2784277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Search for Issues open more than 14 days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350" y="3101727"/>
            <a:ext cx="79797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a comment: "This Issue has been open for over 2 weeks. Does it still need attention?"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939778"/>
            <a:ext cx="8229600" cy="7301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5300" y="3939778"/>
            <a:ext cx="0" cy="730151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550" y="4066729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analogy:</a:t>
            </a:r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a calendar reminder that nudges you: "That fence repair has been on the list for two weeks — time to deal with it."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Welcome New Team Members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3347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Welcome Message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271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 — when a new Issue is created by a first-time contributor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776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Job: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 an automatic welcome comment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14426"/>
            <a:ext cx="8229600" cy="152385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2466826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350" y="2784277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if the Issue author is new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350" y="3101727"/>
            <a:ext cx="79797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Post a comment: "Welcome to the farm team! Here's how we work together..."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939778"/>
            <a:ext cx="8229600" cy="7301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5300" y="3939778"/>
            <a:ext cx="0" cy="730151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550" y="4066729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analogy:</a:t>
            </a:r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a welcome packet you leave on the desk for a new hire — except it appears automatically the moment they start.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Viewing a Pre-Built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1575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explore a workflow in the Actions tab.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78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going to: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41475"/>
            <a:ext cx="8229600" cy="172700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2219176"/>
            <a:ext cx="7772400" cy="129540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demo repository's </a:t>
            </a:r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</a:t>
            </a:r>
            <a:endParaRPr lang="en-US" sz="1800" dirty="0"/>
          </a:p>
          <a:p>
            <a:pPr algn="l" marL="139700" indent="-1397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list of workflow runs — green, red, and yellow statuses</a:t>
            </a:r>
            <a:endParaRPr lang="en-US" sz="1800" dirty="0"/>
          </a:p>
          <a:p>
            <a:pPr algn="l" marL="139700" indent="-1397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on a completed workflow run to see what happened</a:t>
            </a:r>
            <a:endParaRPr lang="en-US" sz="1800" dirty="0"/>
          </a:p>
          <a:p>
            <a:pPr algn="l" marL="139700" indent="-1397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workflow YAML file and identify: name, trigger, job, steps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869978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— you will explore these yourself next.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1575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Follow along with me.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78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going to explore pre-built workflows in the demo repository.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4147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walk through each step. Follow along on your screen.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35126"/>
            <a:ext cx="8229600" cy="138410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2612827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stuck: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955727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Ask your partner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298627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Raise your hand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946178"/>
            <a:ext cx="82296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5300" y="3946178"/>
            <a:ext cx="0" cy="838200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550" y="4098578"/>
            <a:ext cx="79020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reading workflows, not writing them — so nothing can break. Explore freely!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587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8276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along with me: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39751"/>
            <a:ext cx="8229600" cy="2054126"/>
          </a:xfrm>
          <a:prstGeom prst="roundRect">
            <a:avLst>
              <a:gd name="adj" fmla="val 37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466701"/>
            <a:ext cx="7823299" cy="176212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</a:t>
            </a:r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repository</a:t>
            </a:r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(URL on your handout)</a:t>
            </a:r>
            <a:endParaRPr lang="en-US" sz="150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"Actions"</a:t>
            </a:r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</a:t>
            </a:r>
            <a:endParaRPr lang="en-US" sz="150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workflow run with a green checkmark and click it</a:t>
            </a:r>
            <a:endParaRPr lang="en-US" sz="150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What triggered this workflow? When did it run?</a:t>
            </a:r>
            <a:endParaRPr lang="en-US" sz="150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run with a red X — what does that tell you?</a:t>
            </a:r>
            <a:endParaRPr lang="en-US" sz="150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</a:t>
            </a:r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.github/workflows/</a:t>
            </a:r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code</a:t>
            </a:r>
            <a:endParaRPr lang="en-US" sz="150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</a:t>
            </a:r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.yml</a:t>
            </a:r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— spot the name, trigger, job, and steps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470077"/>
            <a:ext cx="8229600" cy="730151"/>
          </a:xfrm>
          <a:prstGeom prst="roundRect">
            <a:avLst>
              <a:gd name="adj" fmla="val 1043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3597027"/>
            <a:ext cx="797976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Raise your hand when you can point to the name, trigger, and steps in the YAML file.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0849" y="1349425"/>
            <a:ext cx="1842302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810000" y="2235250"/>
            <a:ext cx="1524000" cy="5075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84855" y="2793950"/>
            <a:ext cx="177414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2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6669" y="3203525"/>
            <a:ext cx="829066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 will evaluate workflows on your own and match farm tasks to automation types!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587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2826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challenge: Explore workflows and think about automation for your farm.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2426"/>
            <a:ext cx="8229600" cy="860227"/>
          </a:xfrm>
          <a:prstGeom prst="roundRect">
            <a:avLst>
              <a:gd name="adj" fmla="val 8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641277"/>
            <a:ext cx="8083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Explore 3 Pre-Built Workflows (15 min)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904702"/>
            <a:ext cx="808329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each workflow called? What triggers each one? Did it succeed or fail? Can you identify the steps?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76054"/>
            <a:ext cx="8229600" cy="860227"/>
          </a:xfrm>
          <a:prstGeom prst="roundRect">
            <a:avLst>
              <a:gd name="adj" fmla="val 8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564904"/>
            <a:ext cx="8083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Match Farm Tasks to Automation (10 min)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828330"/>
            <a:ext cx="808329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farm scenario (crops, equipment, or livestock). Identify 3 tasks that could be automated. For each, decide: schedule, event, or manual trigger?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99681"/>
            <a:ext cx="8229600" cy="650677"/>
          </a:xfrm>
          <a:prstGeom prst="roundRect">
            <a:avLst>
              <a:gd name="adj" fmla="val 117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3488531"/>
            <a:ext cx="8083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Evaluate a Workflow (10 min)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751957"/>
            <a:ext cx="8083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a workflow run that failed. Can you figure out what went wrong?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13758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and success criteria are on your lab handout.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1575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Try these: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73126"/>
            <a:ext cx="8229600" cy="198105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workflow with a manual trigger and run it (ask the instructor for permission)</a:t>
            </a:r>
            <a:endParaRPr lang="en-US" sz="18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two workflow YAML files — what is the same and what is different?</a:t>
            </a:r>
            <a:endParaRPr lang="en-US" sz="18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(on paper) a dream automation for your farm — what would it do, and what trigger would it use?</a:t>
            </a:r>
            <a:endParaRPr lang="en-US" sz="18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a classmate identify which trigger type fits their farm tasks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69925"/>
            <a:ext cx="8229600" cy="39369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GitHub Term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Farm Analogy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</a:rPr>
                        <a:t>GitHub Actions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Automatic farm helpers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A system that runs tasks automatically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</a:rPr>
                        <a:t>Workflow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Written instructions for the hired hand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A file that defines what to do, when, and how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</a:rPr>
                        <a:t>Trigger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What tells the helper to start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The event, schedule, or button that kicks off a workflow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</a:rPr>
                        <a:t>Job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The assignment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A group of steps that run together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One task in the instructions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A single action the workflow performs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</a:rPr>
                        <a:t>YAML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The recipe card format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The file format used to write workflows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</a:rPr>
                        <a:t>Workflow run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One time the helper did the job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A single execution of a workflow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The job report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</a:rPr>
                        <a:t>Green (success), red (failure), yellow (in progress)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20676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96926"/>
            <a:ext cx="8229600" cy="100310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3 tasks you do on a regular schedule that you sometimes forget?</a:t>
            </a:r>
            <a:endParaRPr lang="en-US" sz="18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happen automatically when something changes?</a:t>
            </a:r>
            <a:endParaRPr lang="en-US" sz="18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could have one automatic helper, what would it do?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77728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 (3 minutes)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71379"/>
            <a:ext cx="8229600" cy="1679228"/>
          </a:xfrm>
          <a:prstGeom prst="roundRect">
            <a:avLst>
              <a:gd name="adj" fmla="val 45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5300" y="3171379"/>
            <a:ext cx="0" cy="1679228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3349079"/>
            <a:ext cx="785012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Write a plain-English "recipe card"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3720554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___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4038005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starts: ___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4355455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 ___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587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19026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8: Collaboration and Team Workflows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44377"/>
            <a:ext cx="8229600" cy="968276"/>
          </a:xfrm>
          <a:prstGeom prst="roundRect">
            <a:avLst>
              <a:gd name="adj" fmla="val 78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571327"/>
            <a:ext cx="797976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time, you will learn how to work together with your team on GitHub — assigning tasks, reviewing each other's work, and using branches so multiple people can work at the same time.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39603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882503"/>
            <a:ext cx="8229600" cy="99060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the demo repository's Actions tab and explore more workflows</a:t>
            </a:r>
            <a:endParaRPr lang="en-US" sz="15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identifying name, trigger, job, and steps in YAML files</a:t>
            </a:r>
            <a:endParaRPr lang="en-US" sz="15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out 3 farm tasks you would like to automate and which trigger type to use</a:t>
            </a:r>
            <a:endParaRPr lang="en-US" sz="1500" dirty="0"/>
          </a:p>
          <a:p>
            <a:pPr algn="l" marL="139700" indent="-1397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team tasks that could benefit from automatic helpers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1064" y="1240036"/>
            <a:ext cx="654187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survey before you leave.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10000" y="2071688"/>
            <a:ext cx="1524000" cy="5075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24014" y="2376339"/>
            <a:ext cx="249597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56159" y="3103364"/>
            <a:ext cx="803168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understand how GitHub Actions can work as automatic farm helpers — doing tasks on a schedule, when something happens, or when you push a button. Next session, we will put these ideas to work with your team.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7: Introduction to GitHub Actions</dc:title>
  <dc:subject>GitHub Training for Farmers - Session 7 of 12</dc:subject>
  <dc:creator>GitHub4Farms Training</dc:creator>
  <cp:lastModifiedBy>GitHub4Farms Training</cp:lastModifiedBy>
  <cp:revision>1</cp:revision>
  <dcterms:created xsi:type="dcterms:W3CDTF">2026-01-30T08:16:10Z</dcterms:created>
  <dcterms:modified xsi:type="dcterms:W3CDTF">2026-01-30T08:16:10Z</dcterms:modified>
</cp:coreProperties>
</file>