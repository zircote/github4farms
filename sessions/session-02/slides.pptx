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5844" y="1444675"/>
            <a:ext cx="70921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 for Task Tracking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514046" y="2044750"/>
            <a:ext cx="61159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400" i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Farm Tasks into Digital Work Orders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0" y="2778026"/>
            <a:ext cx="1524000" cy="381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23715" y="3031927"/>
            <a:ext cx="16965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of 12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7122" y="3384352"/>
            <a:ext cx="30497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Training for Farmers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66168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Session 2!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time you learned to navigate a repository — your digital barn.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you'll learn to create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GitHub's version of work orders.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73027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2073027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2199829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today, you will have created, labeled, commented on, and closed your own Issues.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3076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YOUR Farm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920651"/>
          </a:xfrm>
          <a:prstGeom prst="roundRect">
            <a:avLst>
              <a:gd name="adj" fmla="val 11036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393" y="1269802"/>
            <a:ext cx="813521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keep track of what needs to be done on your farm?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355550" y="2203103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paper list?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messages?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notes?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822948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task falls through the cracks?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03964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tasks get lost.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lists get wet, torn, or misplaced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messages get buried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instructions are forgotten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knows what's done and what's still pending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someone leaves, their knowledge goes with them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604171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604171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730972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every task was tracked, searchable, and never lost?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8442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Issue?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593527"/>
          </a:xfrm>
          <a:prstGeom prst="roundRect">
            <a:avLst>
              <a:gd name="adj" fmla="val 17118"/>
            </a:avLst>
          </a:prstGeom>
          <a:solidFill>
            <a:srgbClr val="E8F5E9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7866" y="1263402"/>
            <a:ext cx="814826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= Digital Work Order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55550" y="187597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GitHub Issue is a task, job, or item that needs attention. Each Issue has: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328416"/>
            <a:ext cx="8432899" cy="22205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What needs to be done (short and clear)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Details about the task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Color-coded tags to categorize it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Who is responsible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Open (needs doing) or Closed (done)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Updates and discussion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88461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Examples from the Farm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17402"/>
            <a:ext cx="8432899" cy="366861"/>
          </a:xfrm>
          <a:prstGeom prst="roundRect">
            <a:avLst>
              <a:gd name="adj" fmla="val 1384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1117402"/>
            <a:ext cx="2270543" cy="366861"/>
          </a:xfrm>
          <a:prstGeom prst="rect">
            <a:avLst/>
          </a:prstGeom>
          <a:noFill/>
          <a:ln/>
        </p:spPr>
        <p:txBody>
          <a:bodyPr wrap="square" lIns="76200" tIns="63500" rIns="762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81573" y="1117402"/>
            <a:ext cx="3979104" cy="366861"/>
          </a:xfrm>
          <a:prstGeom prst="rect">
            <a:avLst/>
          </a:prstGeom>
          <a:noFill/>
          <a:ln/>
        </p:spPr>
        <p:txBody>
          <a:bodyPr wrap="square" lIns="76200" tIns="63500" rIns="762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Title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82655" y="1117402"/>
            <a:ext cx="2351910" cy="366861"/>
          </a:xfrm>
          <a:prstGeom prst="rect">
            <a:avLst/>
          </a:prstGeom>
          <a:noFill/>
          <a:ln/>
        </p:spPr>
        <p:txBody>
          <a:bodyPr wrap="square" lIns="76200" tIns="63500" rIns="762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5550" y="1484263"/>
            <a:ext cx="8432899" cy="33382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5550" y="1813322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550" y="1484263"/>
            <a:ext cx="2270543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Fence post broken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81573" y="1484263"/>
            <a:ext cx="3979104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"Fix broken fence post — north pasture"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82655" y="1484263"/>
            <a:ext cx="2351910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fencing, urgent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5550" y="1818084"/>
            <a:ext cx="8432899" cy="33382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5550" y="2147143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550" y="1818084"/>
            <a:ext cx="2270543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Tractor needs oil change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81573" y="1818084"/>
            <a:ext cx="3979104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"Tractor oil change due"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82655" y="1818084"/>
            <a:ext cx="2351910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equipment, maintenance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5550" y="2151906"/>
            <a:ext cx="8432899" cy="33382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55550" y="2480965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550" y="2151906"/>
            <a:ext cx="2270543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seeds for spring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81573" y="2151906"/>
            <a:ext cx="3979104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"Order corn and soybean seeds"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82655" y="2151906"/>
            <a:ext cx="2351910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crops, routine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5550" y="2485727"/>
            <a:ext cx="8432899" cy="33382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55550" y="2814786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550" y="2485727"/>
            <a:ext cx="2270543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due for Herd 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81573" y="2485727"/>
            <a:ext cx="3979104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"Schedule Herd B vaccinations"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82655" y="2485727"/>
            <a:ext cx="2351910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livestock, health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5550" y="2819549"/>
            <a:ext cx="8432899" cy="33382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55550" y="3148608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5550" y="2819549"/>
            <a:ext cx="2270543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grant report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81573" y="2819549"/>
            <a:ext cx="3979104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"USDA EQIP Q2 report due June 15"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82655" y="2819549"/>
            <a:ext cx="2351910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compliance, deadline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5550" y="3267521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type of farm task can become an Issue.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2932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an Issue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Issue page has these parts: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2205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At the top, in large text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body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Details, photos, checklists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Colored tags on the right side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Assignees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Who's responsible (right side)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section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Below, for updates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button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Marks the Issue as done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1454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Labels: Color-Coded Categories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help you filter and find Issues quickly.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69839"/>
            <a:ext cx="8432899" cy="383977"/>
          </a:xfrm>
          <a:prstGeom prst="roundRect">
            <a:avLst>
              <a:gd name="adj" fmla="val 1323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1569839"/>
            <a:ext cx="2115095" cy="383977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29173" y="1569839"/>
            <a:ext cx="1631597" cy="383977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28777" y="1569839"/>
            <a:ext cx="4854866" cy="383977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5550" y="1953816"/>
            <a:ext cx="8432899" cy="325785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55550" y="2274838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550" y="1953816"/>
            <a:ext cx="2115095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9173" y="1953816"/>
            <a:ext cx="1631597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8777" y="1953816"/>
            <a:ext cx="4854866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Machines, tools, vehicles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5550" y="2279600"/>
            <a:ext cx="8432899" cy="32578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55550" y="2600623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550" y="2279600"/>
            <a:ext cx="2115095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29173" y="2279600"/>
            <a:ext cx="1631597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8777" y="2279600"/>
            <a:ext cx="4854866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health, feeding, breeding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5550" y="2605385"/>
            <a:ext cx="8432899" cy="325785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55550" y="2926407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5550" y="2605385"/>
            <a:ext cx="2115095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29173" y="2605385"/>
            <a:ext cx="1631597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28777" y="2605385"/>
            <a:ext cx="4854866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Planting, harvesting, crop records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5550" y="2931170"/>
            <a:ext cx="8432899" cy="32578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55550" y="3252192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5550" y="2931170"/>
            <a:ext cx="2115095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429173" y="2931170"/>
            <a:ext cx="1631597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28777" y="2931170"/>
            <a:ext cx="4854866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upkeep and repairs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5550" y="3256955"/>
            <a:ext cx="8432899" cy="325785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55550" y="3577977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5550" y="3256955"/>
            <a:ext cx="2115095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29173" y="3256955"/>
            <a:ext cx="1631597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28777" y="3256955"/>
            <a:ext cx="4854866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 today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5550" y="3582739"/>
            <a:ext cx="8432899" cy="32578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55550" y="3903762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5550" y="3582739"/>
            <a:ext cx="2115095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429173" y="3582739"/>
            <a:ext cx="1631597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028777" y="3582739"/>
            <a:ext cx="4854866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scheduled tasks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5550" y="3908524"/>
            <a:ext cx="8432899" cy="325785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355550" y="4229546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5550" y="3908524"/>
            <a:ext cx="2115095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429173" y="3908524"/>
            <a:ext cx="1631597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028777" y="3908524"/>
            <a:ext cx="4854866" cy="3162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Grants, certifications, audits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05236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an Issue: Step by Step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create a new Issue: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69839"/>
            <a:ext cx="8432899" cy="210487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43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your repository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</a:t>
            </a:r>
            <a:pPr algn="l" indent="0" marL="0">
              <a:lnSpc>
                <a:spcPts val="243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"Issues"</a:t>
            </a:r>
            <a:pPr algn="l" indent="0" marL="0">
              <a:lnSpc>
                <a:spcPts val="243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 (near the top)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</a:t>
            </a:r>
            <a:pPr algn="l" indent="0" marL="0">
              <a:lnSpc>
                <a:spcPts val="243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issue"</a:t>
            </a:r>
            <a:pPr algn="l" indent="0" marL="0">
              <a:lnSpc>
                <a:spcPts val="243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button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clear </a:t>
            </a:r>
            <a:pPr algn="l" indent="0" marL="0">
              <a:lnSpc>
                <a:spcPts val="243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pPr algn="l" indent="0" marL="0">
              <a:lnSpc>
                <a:spcPts val="243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(what needs to be done)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</a:t>
            </a:r>
            <a:pPr algn="l" indent="0" marL="0">
              <a:lnSpc>
                <a:spcPts val="243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pPr algn="l" indent="0" marL="0">
              <a:lnSpc>
                <a:spcPts val="243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(details, context, steps)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43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"Submit new issue"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5550" y="3826966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826966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953768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 — 6 steps. Let me show you.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18653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Good Title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titles are short and specific.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95289"/>
            <a:ext cx="8432899" cy="409575"/>
          </a:xfrm>
          <a:prstGeom prst="roundRect">
            <a:avLst>
              <a:gd name="adj" fmla="val 1240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1595289"/>
            <a:ext cx="2908881" cy="40957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Title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7395" y="1595289"/>
            <a:ext cx="5692676" cy="40957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Title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5550" y="2004864"/>
            <a:ext cx="8432899" cy="37638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5550" y="2376487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550" y="2004864"/>
            <a:ext cx="2908881" cy="366861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"Problem"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7395" y="2004864"/>
            <a:ext cx="5692676" cy="366861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"Fix broken fence post — north pasture"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5550" y="2381250"/>
            <a:ext cx="8432899" cy="3763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5550" y="2752874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550" y="2381250"/>
            <a:ext cx="2908881" cy="366861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"Tractor"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7395" y="2381250"/>
            <a:ext cx="5692676" cy="366861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"Tractor oil change due — 500 hour service"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5550" y="2757636"/>
            <a:ext cx="8432899" cy="37638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5550" y="3129260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550" y="2757636"/>
            <a:ext cx="2908881" cy="366861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"Seeds"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7395" y="2757636"/>
            <a:ext cx="5692676" cy="366861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"Order corn and soybean seeds for spring"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5550" y="3134023"/>
            <a:ext cx="8432899" cy="3763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55550" y="3505646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550" y="3134023"/>
            <a:ext cx="2908881" cy="366861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"Help needed"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7395" y="3134023"/>
            <a:ext cx="5692676" cy="366861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"Irrigation leak in Field 2 — repair by Friday"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5550" y="3688110"/>
            <a:ext cx="8432899" cy="87064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84125" y="3688110"/>
            <a:ext cx="0" cy="87064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0401" y="3814911"/>
            <a:ext cx="8180755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</a:t>
            </a:r>
            <a:pPr algn="l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Someone should know what the task is just from reading the title.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38023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Description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description gives details about the task.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607939"/>
            <a:ext cx="419709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description answers: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5550" y="1954560"/>
            <a:ext cx="4114800" cy="1264146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pPr algn="l" indent="0" marL="0">
              <a:lnSpc>
                <a:spcPts val="234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needs to be done?</a:t>
            </a:r>
            <a:endParaRPr lang="en-US" sz="1800" dirty="0"/>
          </a:p>
          <a:p>
            <a:pPr algn="l" marL="139700" indent="-1397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pPr algn="l" indent="0" marL="0">
              <a:lnSpc>
                <a:spcPts val="234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problem?</a:t>
            </a:r>
            <a:endParaRPr lang="en-US" sz="1800" dirty="0"/>
          </a:p>
          <a:p>
            <a:pPr algn="l" marL="139700" indent="-1397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pPr algn="l" indent="0" marL="0">
              <a:lnSpc>
                <a:spcPts val="234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it need to happen?</a:t>
            </a:r>
            <a:endParaRPr lang="en-US" sz="1800" dirty="0"/>
          </a:p>
          <a:p>
            <a:pPr algn="l" marL="139700" indent="-1397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urgent</a:t>
            </a:r>
            <a:pPr algn="l" indent="0" marL="0">
              <a:lnSpc>
                <a:spcPts val="234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it?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73501" y="1607939"/>
            <a:ext cx="419724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also: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73501" y="1954560"/>
            <a:ext cx="4114949" cy="123884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</a:t>
            </a:r>
            <a:pPr algn="l" indent="0" marL="0">
              <a:lnSpc>
                <a:spcPts val="234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</a:t>
            </a:r>
            <a:pPr algn="l" indent="0" marL="0">
              <a:lnSpc>
                <a:spcPts val="234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(image icon or drag in)</a:t>
            </a:r>
            <a:endParaRPr lang="en-US" sz="1800" dirty="0"/>
          </a:p>
          <a:p>
            <a:pPr algn="l" marL="139700" indent="-1397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</a:t>
            </a:r>
            <a:pPr algn="l" indent="0" marL="0">
              <a:lnSpc>
                <a:spcPts val="234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800" dirty="0"/>
          </a:p>
          <a:p>
            <a:pPr algn="l" marL="139700" indent="-1397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</a:t>
            </a:r>
            <a:pPr algn="l" indent="0" marL="0">
              <a:lnSpc>
                <a:spcPts val="234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</a:t>
            </a:r>
            <a:pPr algn="l" indent="0" marL="0">
              <a:lnSpc>
                <a:spcPts val="234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other info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88079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Uploading Photos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photo to an Issue is easy: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69839"/>
            <a:ext cx="8432899" cy="197286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in the description box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 photo from your desktop into the box, OR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</a:t>
            </a:r>
            <a:pPr algn="l" indent="0" marL="0">
              <a:lnSpc>
                <a:spcPts val="234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paperclip icon</a:t>
            </a:r>
            <a:pPr algn="l" indent="0" marL="0">
              <a:lnSpc>
                <a:spcPts val="234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bottom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photo from your device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it to upload (you'll see a progress bar)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photo appears in the description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5550" y="3694956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694956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821757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a photo of the broken fence post and attach it. Now everyone can see exactly what needs fixing.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77774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Labels and Assignees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creating an Issue, add labels and assign it: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Issue page, look at the right sidebar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"Labels"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select one or more from the list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"Assignees"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select yourself or a team member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83859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and assignees help you: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291036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Issue list (show only "equipment" Issues)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who's responsible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each task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(see all "urgent" Issues at once)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70464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Commenting on Issues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let you add updates and discuss tasks.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add a comment: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09626"/>
            <a:ext cx="8432899" cy="1026765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43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to the bottom of the Issue page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your update in the comment box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43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"Comment"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5550" y="313789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examples: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577679"/>
            <a:ext cx="8432899" cy="1179165"/>
          </a:xfrm>
          <a:prstGeom prst="roundRect">
            <a:avLst>
              <a:gd name="adj" fmla="val 6462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950" y="3679180"/>
            <a:ext cx="8290661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"Ordered the replacement post. Arriving Thursday."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950" y="4013002"/>
            <a:ext cx="8290661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"Fixed the fence. Used 3 new posts and 20ft of wire."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950" y="4346823"/>
            <a:ext cx="8290661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"Vet says vaccinations need to happen before May 1."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6758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an Issue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task is done, close the Issue.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76557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to the bottom of the Issue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"Close issue"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"Close with comment" to add a final note)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47486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Issue: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927300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from "Open" to "Closed"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in your repository forever (it's not deleted!)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reopened if the task comes back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part of your farm's permanent record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63851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vs. Closed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Issue list has two views: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646039"/>
            <a:ext cx="4114800" cy="1079897"/>
          </a:xfrm>
          <a:prstGeom prst="roundRect">
            <a:avLst>
              <a:gd name="adj" fmla="val 9408"/>
            </a:avLst>
          </a:prstGeom>
          <a:solidFill>
            <a:srgbClr val="E8F5E9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047" y="1817489"/>
            <a:ext cx="37438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1047" y="2220664"/>
            <a:ext cx="3743807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that still need doing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73501" y="1646039"/>
            <a:ext cx="4114949" cy="1079897"/>
          </a:xfrm>
          <a:prstGeom prst="roundRect">
            <a:avLst>
              <a:gd name="adj" fmla="val 9408"/>
            </a:avLst>
          </a:prstGeom>
          <a:solidFill>
            <a:srgbClr val="F4F1DE"/>
          </a:solidFill>
          <a:ln w="19050">
            <a:solidFill>
              <a:srgbClr val="8D6E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58996" y="1817489"/>
            <a:ext cx="374395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58996" y="2220664"/>
            <a:ext cx="3743959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that are done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5550" y="2916287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between them using the "Open" and "Closed" buttons at the top of the Issues list.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5550" y="3732461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84125" y="3732461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401" y="3859262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Issues are your farm's history.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Six months from now, you can look back and see exactly when things were done.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10980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Full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962323"/>
          </a:xfrm>
          <a:prstGeom prst="roundRect">
            <a:avLst>
              <a:gd name="adj" fmla="val 10558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8435" y="1269802"/>
            <a:ext cx="81871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 create, label, comment on, and close an Issue.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8435" y="1644402"/>
            <a:ext cx="818713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A broken fence post in the north pasture.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5550" y="2232124"/>
            <a:ext cx="8432899" cy="223123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Issues tab</a:t>
            </a:r>
            <a:endParaRPr lang="en-US" sz="1800" dirty="0"/>
          </a:p>
          <a:p>
            <a:pPr algn="l" marL="152400" indent="-1524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"New issue"</a:t>
            </a:r>
            <a:endParaRPr lang="en-US" sz="1800" dirty="0"/>
          </a:p>
          <a:p>
            <a:pPr algn="l" marL="152400" indent="-1524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"Fix broken fence post — north pasture"</a:t>
            </a:r>
            <a:endParaRPr lang="en-US" sz="1800" dirty="0"/>
          </a:p>
          <a:p>
            <a:pPr algn="l" marL="152400" indent="-1524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with details + upload photo</a:t>
            </a:r>
            <a:endParaRPr lang="en-US" sz="1800" dirty="0"/>
          </a:p>
          <a:p>
            <a:pPr algn="l" marL="152400" indent="-1524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Submit, add labels (fencing, urgent), assign</a:t>
            </a:r>
            <a:endParaRPr lang="en-US" sz="1800" dirty="0"/>
          </a:p>
          <a:p>
            <a:pPr algn="l" marL="152400" indent="-1524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Comment: "Fixed today. 3 new posts, 20ft wire."</a:t>
            </a:r>
            <a:endParaRPr lang="en-US" sz="1800" dirty="0"/>
          </a:p>
          <a:p>
            <a:pPr algn="l" marL="152400" indent="-1524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Issue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56398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606326"/>
          </a:xfrm>
          <a:prstGeom prst="roundRect">
            <a:avLst>
              <a:gd name="adj" fmla="val 16757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8435" y="1269802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 Follow along with me.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55550" y="1876127"/>
            <a:ext cx="8432899" cy="197286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demo farm repository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</a:t>
            </a:r>
            <a:pPr algn="l" indent="0" marL="0">
              <a:lnSpc>
                <a:spcPts val="234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pPr algn="l" indent="0" marL="0">
              <a:lnSpc>
                <a:spcPts val="234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34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issue"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"Test issue — [your name]"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"This is my first GitHub Issue!"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34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new issue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5550" y="4001244"/>
            <a:ext cx="8432899" cy="549622"/>
          </a:xfrm>
          <a:prstGeom prst="roundRect">
            <a:avLst>
              <a:gd name="adj" fmla="val 13864"/>
            </a:avLst>
          </a:prstGeom>
          <a:solidFill>
            <a:srgbClr val="E8F5E9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1907" y="4121795"/>
            <a:ext cx="820018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</a:t>
            </a:r>
            <a:pPr algn="ctr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Raise your hand when you see your Issue on the page.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9479" y="1392436"/>
            <a:ext cx="264489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Time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494484" y="2411462"/>
            <a:ext cx="2154882" cy="679252"/>
          </a:xfrm>
          <a:prstGeom prst="roundRect">
            <a:avLst>
              <a:gd name="adj" fmla="val 1869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35597" y="2589163"/>
            <a:ext cx="147265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90506" y="3370064"/>
            <a:ext cx="7762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come back, you'll create real farm Issues on your own!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4057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17402"/>
            <a:ext cx="8432899" cy="476250"/>
          </a:xfrm>
          <a:prstGeom prst="roundRect">
            <a:avLst>
              <a:gd name="adj" fmla="val 1600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2476" y="1193602"/>
            <a:ext cx="82390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challenge: Create 3 farm Issues.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55550" y="1733252"/>
            <a:ext cx="4210151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scenario: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5550" y="2079873"/>
            <a:ext cx="4127599" cy="91648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</a:t>
            </a:r>
            <a:pPr algn="l" indent="0" marL="0">
              <a:lnSpc>
                <a:spcPts val="234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Crop Farming</a:t>
            </a:r>
            <a:endParaRPr lang="en-US" sz="1800" dirty="0"/>
          </a:p>
          <a:p>
            <a:pPr algn="l" marL="127000" indent="-1270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</a:t>
            </a:r>
            <a:pPr algn="l" indent="0" marL="0">
              <a:lnSpc>
                <a:spcPts val="234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Livestock</a:t>
            </a:r>
            <a:endParaRPr lang="en-US" sz="1800" dirty="0"/>
          </a:p>
          <a:p>
            <a:pPr algn="l" marL="127000" indent="-1270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</a:t>
            </a:r>
            <a:pPr algn="l" indent="0" marL="0">
              <a:lnSpc>
                <a:spcPts val="234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Equipment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0850" y="1733252"/>
            <a:ext cx="4210151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Issue: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0850" y="2079873"/>
            <a:ext cx="4127599" cy="184561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clear title</a:t>
            </a:r>
            <a:endParaRPr lang="en-US" sz="1800" dirty="0"/>
          </a:p>
          <a:p>
            <a:pPr algn="l" marL="127000" indent="-1270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description</a:t>
            </a:r>
            <a:endParaRPr lang="en-US" sz="1800" dirty="0"/>
          </a:p>
          <a:p>
            <a:pPr algn="l" marL="127000" indent="-1270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at least 1 photo</a:t>
            </a:r>
            <a:endParaRPr lang="en-US" sz="1800" dirty="0"/>
          </a:p>
          <a:p>
            <a:pPr algn="l" marL="127000" indent="-1270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label</a:t>
            </a:r>
            <a:endParaRPr lang="en-US" sz="1800" dirty="0"/>
          </a:p>
          <a:p>
            <a:pPr algn="l" marL="127000" indent="-1270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with an update</a:t>
            </a:r>
            <a:endParaRPr lang="en-US" sz="1800" dirty="0"/>
          </a:p>
          <a:p>
            <a:pPr algn="l" marL="127000" indent="-1270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1 of the 3 Issues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755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Vocabulary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17402"/>
            <a:ext cx="8432899" cy="383977"/>
          </a:xfrm>
          <a:prstGeom prst="roundRect">
            <a:avLst>
              <a:gd name="adj" fmla="val 1323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1117402"/>
            <a:ext cx="1953878" cy="383977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Term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71117" y="1117402"/>
            <a:ext cx="2437528" cy="383977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60850" y="1117402"/>
            <a:ext cx="4210151" cy="383977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5550" y="1501378"/>
            <a:ext cx="8432899" cy="35108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5550" y="1847701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550" y="1501378"/>
            <a:ext cx="1953878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71117" y="1501378"/>
            <a:ext cx="2437528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order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0850" y="1501378"/>
            <a:ext cx="4210151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task that needs attention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5550" y="1852464"/>
            <a:ext cx="8432899" cy="351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5550" y="2198787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550" y="1852464"/>
            <a:ext cx="1953878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71117" y="1852464"/>
            <a:ext cx="2437528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tag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0850" y="1852464"/>
            <a:ext cx="4210151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Categorizes Issues by type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5550" y="2203549"/>
            <a:ext cx="8432899" cy="35108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55550" y="2549872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550" y="2203549"/>
            <a:ext cx="1953878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71117" y="2203549"/>
            <a:ext cx="2437528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on the job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0850" y="2203549"/>
            <a:ext cx="4210151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responsible for the task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5550" y="2554635"/>
            <a:ext cx="8432899" cy="351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55550" y="2900958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550" y="2554635"/>
            <a:ext cx="1953878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271117" y="2554635"/>
            <a:ext cx="2437528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update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60850" y="2554635"/>
            <a:ext cx="4210151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 added to an Issue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5550" y="2905720"/>
            <a:ext cx="8432899" cy="35108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55550" y="3252043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5550" y="2905720"/>
            <a:ext cx="1953878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271117" y="2905720"/>
            <a:ext cx="2437528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work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60850" y="2905720"/>
            <a:ext cx="4210151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still needs doing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5550" y="3256806"/>
            <a:ext cx="8432899" cy="351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55550" y="3603129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5550" y="3256806"/>
            <a:ext cx="1953878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271117" y="3256806"/>
            <a:ext cx="2437528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complete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660850" y="3256806"/>
            <a:ext cx="4210151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is finished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627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your farm: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646039"/>
            <a:ext cx="8432899" cy="1235273"/>
          </a:xfrm>
          <a:prstGeom prst="roundRect">
            <a:avLst>
              <a:gd name="adj" fmla="val 8225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150" y="1899940"/>
            <a:ext cx="813521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3 tasks from this week that you would create Issues for?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84150" y="2301776"/>
            <a:ext cx="813521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labels would you use?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135213"/>
            <a:ext cx="8432899" cy="579537"/>
          </a:xfrm>
          <a:prstGeom prst="roundRect">
            <a:avLst>
              <a:gd name="adj" fmla="val 1314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2476" y="3262164"/>
            <a:ext cx="823904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your partner. (2 minutes)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913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68152"/>
            <a:ext cx="8432899" cy="1350318"/>
          </a:xfrm>
          <a:prstGeom prst="roundRect">
            <a:avLst>
              <a:gd name="adj" fmla="val 7524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393" y="1320552"/>
            <a:ext cx="813521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3: GitHub Projects for Planning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4393" y="1723727"/>
            <a:ext cx="8135213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your Issues into visual planning boards — like a whiteboard for your farm's season.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5550" y="2721471"/>
            <a:ext cx="8432899" cy="1357015"/>
          </a:xfrm>
          <a:prstGeom prst="roundRect">
            <a:avLst>
              <a:gd name="adj" fmla="val 5615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251" y="2899172"/>
            <a:ext cx="823904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between-session practice: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251" y="3258443"/>
            <a:ext cx="8077498" cy="64234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43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2 more Issues in the demo repository for real farm tasks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uploading a real photo from your phone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3497" y="1005185"/>
            <a:ext cx="319700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Survey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84200" y="1814661"/>
            <a:ext cx="7175599" cy="812602"/>
          </a:xfrm>
          <a:prstGeom prst="roundRect">
            <a:avLst>
              <a:gd name="adj" fmla="val 15629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23340" y="2068562"/>
            <a:ext cx="66973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fill out the 2-minute survey before you leave.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936950" y="3008114"/>
            <a:ext cx="1269950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46525" y="3300115"/>
            <a:ext cx="14509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64167" y="3757315"/>
            <a:ext cx="82155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know how to create, track, and close farm tasks on GitHub.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2: GitHub Issues for Task Tracking</dc:title>
  <dc:subject>GitHub Training for Farmers — Session 2 of 12</dc:subject>
  <dc:creator>GitHub4Farms Training</dc:creator>
  <cp:lastModifiedBy>GitHub4Farms Training</cp:lastModifiedBy>
  <cp:revision>1</cp:revision>
  <dcterms:created xsi:type="dcterms:W3CDTF">2026-01-30T16:28:08Z</dcterms:created>
  <dcterms:modified xsi:type="dcterms:W3CDTF">2026-01-30T16:28:08Z</dcterms:modified>
</cp:coreProperties>
</file>