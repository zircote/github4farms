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80840" y="1470273"/>
            <a:ext cx="598231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Projects &amp; Roadmaps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180165" y="2051149"/>
            <a:ext cx="478366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Seeing Your Whole Season at a Glance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064050" y="2574875"/>
            <a:ext cx="1015901" cy="38100"/>
          </a:xfrm>
          <a:prstGeom prst="rect">
            <a:avLst/>
          </a:prstGeom>
          <a:solidFill>
            <a:srgbClr val="A5D6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87884" y="3095327"/>
            <a:ext cx="25682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9 of 12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87884" y="3384203"/>
            <a:ext cx="25682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Training for Farmers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237088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Back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Session 9!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You've built a strong foundation: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1129308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Repositories, Issues, Projects (Sessions 1-3)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 &amp; notifications (Sessions 4-5)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 &amp; automation (Sessions 6-8)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876699"/>
            <a:ext cx="8432899" cy="904875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4125" y="2876699"/>
            <a:ext cx="0" cy="904875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0401" y="3003500"/>
            <a:ext cx="8180755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you'll build a </a:t>
            </a:r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 roadmap</a:t>
            </a:r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bird's-eye view of your entire farm year on a single screen.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4102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71314"/>
            <a:ext cx="530769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for YOUR Farm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74347" y="1450330"/>
            <a:ext cx="65953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you currently see your whole farm season at once?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28664" y="1869430"/>
            <a:ext cx="5286524" cy="121920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wall calendar with sticky notes?</a:t>
            </a:r>
            <a:endParaRPr lang="en-US" sz="18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spreadsheet with color-coded rows?</a:t>
            </a:r>
            <a:endParaRPr lang="en-US" sz="18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planner book you flip through month by month?</a:t>
            </a:r>
            <a:endParaRPr lang="en-US" sz="18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Keeping it all in your head?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91780"/>
            <a:ext cx="8229600" cy="1213842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95300" y="3291780"/>
            <a:ext cx="0" cy="1213842"/>
          </a:xfrm>
          <a:prstGeom prst="line">
            <a:avLst/>
          </a:prstGeom>
          <a:noFill/>
          <a:ln w="76200">
            <a:solidFill>
              <a:srgbClr val="4E9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6550" y="3418731"/>
            <a:ext cx="7902041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you could see every planting date, harvest window, equipment service, and livestock milestone on </a:t>
            </a:r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screen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and move things around when plans change?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565715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Board View to Roadmap 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Session 3, you learned 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view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view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great for daily work, but they don't show 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things happen across the season.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908125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we're adding: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360563"/>
            <a:ext cx="8432899" cy="1129308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fields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extra details like crop type, planting date, expected yield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Iterations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time blocks that divide your season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view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visual calendar stretching across months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3654772"/>
            <a:ext cx="8432899" cy="579239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84125" y="3654772"/>
            <a:ext cx="0" cy="579239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0401" y="3781574"/>
            <a:ext cx="8180755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difference between a to-do list and a </a:t>
            </a:r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 plan</a:t>
            </a:r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408491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Custom Fields?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Fields = Extra Columns on Your Farm Ledger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paper ledger, you might have columns for date planted, crop type, field name, and expected yield per acre.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360563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fields add these same columns to your GitHub Project.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2813000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types we'll use today: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574337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Custom Fields Step-by-Step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432899" cy="2584252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your Project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view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click the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"+"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the far right of column headers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"New field"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a name (e.g., "Crop Type")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field type (Text, Number, Date, Single select, or Iteration)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select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add your options (e.g., Corn, Soybeans, Wheat, Alfalfa)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"Save"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3879205"/>
            <a:ext cx="8432899" cy="904875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84125" y="3879205"/>
            <a:ext cx="0" cy="904875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0401" y="4006007"/>
            <a:ext cx="8180755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like adding a new column to a paper ledger — once the column exists, you fill it in for every row.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28049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Iterations?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Iterations = Time Blocks for Your Season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farm, you think in seasons: planting window, growing period, harvest window, winter prep. Iterations divide your Project into these same time blocks.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360563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Issue gets assigned to an iteration — telling you not just 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do, but 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3176736"/>
            <a:ext cx="8432899" cy="904875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84125" y="3176736"/>
            <a:ext cx="0" cy="904875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0401" y="3303538"/>
            <a:ext cx="8180755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iterations like </a:t>
            </a:r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chapters in your farm year</a:t>
            </a:r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Each chapter has a start date, end date, and a set of tasks.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29279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Up Iterations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create iterations: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222051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your Project, click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"+"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add a new field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"Iteration"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the field type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it (e.g., "Season Phase")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date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the first iteration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"Add iteration"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create more time blocks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Customize each iteration's name, start date, and duration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290706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Timeline 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View = Your Season at a Glance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Timeline view shows your Issues as 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bars on a calendar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stretching across weeks and months.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360563"/>
            <a:ext cx="8432899" cy="1493044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horizontal calendar spanning 6+ months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Issue appears as a colored bar from start to end date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in the same iteration cluster together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Overlapping tasks and gaps jump out immediately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3980408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 analogy: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wall calendar where every task is a sticky note stretched across its weeks.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430988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Switching to Timeline 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open Timeline view: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1856780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your Project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"New view"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(the "+" next to the view tabs)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"Roadmap"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the layout options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which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field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use for start and end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Issues appear as bars on the calendar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3566071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Navigation: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Scroll left/right through months. Zoom in/out for weeks or quarters. Click any bar to open details. Drag bars to change dates.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667971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Linking Issues from Multiple Repositories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Project, Many Barns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might have separate repos for crops, equipment, livestock, and business. A GitHub Project can pull Issues from 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of them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into one view.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360563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add Issues from another repository: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2813000"/>
            <a:ext cx="8432899" cy="1493044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your Project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"Add item"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(the "+" at the bottom)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the repository name (e.g.,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#equipment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Issue to add it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621184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Cross-Repository Linking Matters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cross-repo linking: your equipment maintenance, planting schedule, and livestock tasks live in separate places. You don't see conflicts.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908125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cross-repo linking: one Project shows everything. You spot that tractor service overlaps with planting week — and reschedule before it's too late.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724299"/>
            <a:ext cx="8432899" cy="579239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4125" y="2724299"/>
            <a:ext cx="0" cy="579239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0401" y="2851100"/>
            <a:ext cx="8180755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power of a roadmap — it shows you what you'd otherwise miss.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416020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Evaluating Your Roadmap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the roadmap is step one. 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Evaluating it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where the real value lives.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210621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 Conflicts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Two tasks needing the same equipment or labor at the same time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Bottlenecks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One person or machine over-committed in the same period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Dependencies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Soil testing must happen BEFORE planting; seed orders need lead time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4102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71314"/>
            <a:ext cx="439793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Evaluating: Farm Examples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15603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conflicts to spot on a roadmap: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58503"/>
            <a:ext cx="8229600" cy="336352"/>
          </a:xfrm>
          <a:prstGeom prst="roundRect">
            <a:avLst>
              <a:gd name="adj" fmla="val 15103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358503"/>
            <a:ext cx="2798064" cy="336352"/>
          </a:xfrm>
          <a:prstGeom prst="rect">
            <a:avLst/>
          </a:prstGeom>
          <a:noFill/>
          <a:ln/>
        </p:spPr>
        <p:txBody>
          <a:bodyPr wrap="square" lIns="88900" tIns="63500" rIns="88900" bIns="635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See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1358503"/>
            <a:ext cx="2798064" cy="336352"/>
          </a:xfrm>
          <a:prstGeom prst="rect">
            <a:avLst/>
          </a:prstGeom>
          <a:noFill/>
          <a:ln/>
        </p:spPr>
        <p:txBody>
          <a:bodyPr wrap="square" lIns="88900" tIns="63500" rIns="88900" bIns="635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1358503"/>
            <a:ext cx="2798064" cy="336352"/>
          </a:xfrm>
          <a:prstGeom prst="rect">
            <a:avLst/>
          </a:prstGeom>
          <a:noFill/>
          <a:ln/>
        </p:spPr>
        <p:txBody>
          <a:bodyPr wrap="square" lIns="88900" tIns="63500" rIns="88900" bIns="635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694855"/>
            <a:ext cx="8229600" cy="511076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2201168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94855"/>
            <a:ext cx="2798064" cy="50155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Tractor service overlaps planting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1694855"/>
            <a:ext cx="2798064" cy="50155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Tractor in the shop when needed in the field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0" y="1694855"/>
            <a:ext cx="2798064" cy="50155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service to 2 weeks before planting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2205930"/>
            <a:ext cx="8229600" cy="51107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57200" y="2712244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05930"/>
            <a:ext cx="2798064" cy="50155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 &amp; soybean planting same week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00400" y="2205930"/>
            <a:ext cx="2798064" cy="50155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enough labor/equipment for both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2205930"/>
            <a:ext cx="2798064" cy="50155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Stagger: corn Week 1, soybeans Week 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2717006"/>
            <a:ext cx="8229600" cy="511076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57200" y="322332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717006"/>
            <a:ext cx="2798064" cy="50155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Harvest starts before growing ends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0" y="2717006"/>
            <a:ext cx="2798064" cy="50155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Harvest scheduled too early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0" y="2717006"/>
            <a:ext cx="2798064" cy="50155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harvest start date back 2 weeks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228082"/>
            <a:ext cx="8229600" cy="51107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57200" y="3734395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228082"/>
            <a:ext cx="2798064" cy="50155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bar between seed order &amp; planting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00400" y="3228082"/>
            <a:ext cx="2798064" cy="50155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dependency — delivery takes 2 weeks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0" y="3228082"/>
            <a:ext cx="2798064" cy="50155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"Receive seed delivery" task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3739158"/>
            <a:ext cx="8229600" cy="511076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57200" y="4245471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739158"/>
            <a:ext cx="2798064" cy="50155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equipment repairs same week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200400" y="3739158"/>
            <a:ext cx="2798064" cy="50155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 can't do three at once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943600" y="3739158"/>
            <a:ext cx="2798064" cy="50155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 repairs across 3 different weeks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765323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Building a Seasonal Farm Roadmap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me build a complete seasonal roadmap from scratch.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2584252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 Project with farm Issues already created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custom fields: Crop Type, Planting Date, Expected Yield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iterations for the farm season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Issues to iterations and fill in fields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to Timeline view and see the whole season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an Issue from a different repository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a scheduling conflict and fix it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4293543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watch for now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you'll build your own next.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462139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Practice Introduction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turn! Follow along with me.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1493044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your farm Project (from Session 3) — or create a new one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custom fields: date, dropdown, and number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iterations for your farm season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to Timeline view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3202335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your lab exercise handout to Part 1.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3654772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stuck: check the quick-reference guide, ask your partner, or raise your hand. 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here is permanent.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42844" y="1344960"/>
            <a:ext cx="1658163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3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485839" y="2135386"/>
            <a:ext cx="217217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15 minutes.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05231" y="2566988"/>
            <a:ext cx="773353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we come back, you'll build a complete seasonal roadmap.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963692" y="2998589"/>
            <a:ext cx="521661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 which scenario you want to try: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626775" y="3430191"/>
            <a:ext cx="389045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Crops</a:t>
            </a:r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</a:t>
            </a:r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</a:t>
            </a:r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</a:t>
            </a:r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Livestock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40573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Practice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challenge: Build a complete seasonal roadmap.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your scenario: 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Crops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Livestock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034927"/>
            <a:ext cx="8432899" cy="222051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at least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Issues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your scenario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custom fields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(date, dropdown, number)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 3 iterations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(time blocks)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Issues to iterations and fill in fields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to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view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evaluate for conflicts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what you found by adjusting dates</a:t>
            </a:r>
            <a:endParaRPr lang="en-US" sz="1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10683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Practice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you build your roadmap, look for these problems: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1856780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any two high-effort tasks scheduled for the same week?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any task depend on another task that hasn't been scheduled yet?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there a period with no tasks? Should there be something there?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any single person or piece of equipment over-committed?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there enough buffer weeks between dependent tasks?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3604171"/>
            <a:ext cx="8432899" cy="579239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4125" y="3604171"/>
            <a:ext cx="0" cy="579239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0401" y="3730972"/>
            <a:ext cx="8180755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down what you find.</a:t>
            </a:r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We'll share discoveries as a group.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576372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Share: Roadmap Discoveries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you find when you evaluated your roadmap?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1129308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anyone spot a scheduling conflict?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anyone find a missing dependency?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anyone discover a bottleneck they hadn't noticed before?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876699"/>
            <a:ext cx="8432899" cy="904875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4125" y="2876699"/>
            <a:ext cx="0" cy="904875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0401" y="3003500"/>
            <a:ext cx="8180755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Seeing these problems on a screen is exactly why roadmaps matter. You find the issues in January — </a:t>
            </a:r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 the middle of planting season</a:t>
            </a:r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4102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71314"/>
            <a:ext cx="37558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Vocabulary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90302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terms from today: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07753"/>
            <a:ext cx="8229600" cy="336352"/>
          </a:xfrm>
          <a:prstGeom prst="roundRect">
            <a:avLst>
              <a:gd name="adj" fmla="val 15103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307753"/>
            <a:ext cx="1865224" cy="336352"/>
          </a:xfrm>
          <a:prstGeom prst="rect">
            <a:avLst/>
          </a:prstGeom>
          <a:noFill/>
          <a:ln/>
        </p:spPr>
        <p:txBody>
          <a:bodyPr wrap="square" lIns="88900" tIns="63500" rIns="88900" bIns="635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Term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5851" y="1307753"/>
            <a:ext cx="2124355" cy="336352"/>
          </a:xfrm>
          <a:prstGeom prst="rect">
            <a:avLst/>
          </a:prstGeom>
          <a:noFill/>
          <a:ln/>
        </p:spPr>
        <p:txBody>
          <a:bodyPr wrap="square" lIns="88900" tIns="63500" rIns="88900" bIns="635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 Analogy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68552" y="1307753"/>
            <a:ext cx="4404613" cy="336352"/>
          </a:xfrm>
          <a:prstGeom prst="rect">
            <a:avLst/>
          </a:prstGeom>
          <a:noFill/>
          <a:ln/>
        </p:spPr>
        <p:txBody>
          <a:bodyPr wrap="square" lIns="88900" tIns="63500" rIns="88900" bIns="635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644104"/>
            <a:ext cx="8229600" cy="311051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1950393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44104"/>
            <a:ext cx="1865224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field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5851" y="1644104"/>
            <a:ext cx="2124355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 column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68552" y="1644104"/>
            <a:ext cx="4404613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column you add to a Project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1955155"/>
            <a:ext cx="8229600" cy="31105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57200" y="2261443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955155"/>
            <a:ext cx="1865224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select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85851" y="1955155"/>
            <a:ext cx="2124355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Dropdown menu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68552" y="1955155"/>
            <a:ext cx="4404613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field with predefined options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2266206"/>
            <a:ext cx="8229600" cy="311051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57200" y="2572494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266206"/>
            <a:ext cx="1865224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285851" y="2266206"/>
            <a:ext cx="2124355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 chapter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68552" y="2266206"/>
            <a:ext cx="4404613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time block with start/end dates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2577257"/>
            <a:ext cx="8229600" cy="31105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57200" y="2883545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577257"/>
            <a:ext cx="1865224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view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285851" y="2577257"/>
            <a:ext cx="2124355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calendar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368552" y="2577257"/>
            <a:ext cx="4404613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calendar showing Issues as bars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2888307"/>
            <a:ext cx="8229600" cy="311051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57200" y="3194596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888307"/>
            <a:ext cx="1865224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Cross-repo linking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285851" y="2888307"/>
            <a:ext cx="2124355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master board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368552" y="2888307"/>
            <a:ext cx="4404613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Issues from different repos into one Project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3199358"/>
            <a:ext cx="8229600" cy="31105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57200" y="3505646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199358"/>
            <a:ext cx="1865224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 conflict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285851" y="3199358"/>
            <a:ext cx="2124355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Double-booking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368552" y="3199358"/>
            <a:ext cx="4404613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tasks needing the same resource at once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7200" y="3510409"/>
            <a:ext cx="8229600" cy="311051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457200" y="3816697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510409"/>
            <a:ext cx="1865224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bottleneck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285851" y="3510409"/>
            <a:ext cx="2124355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jam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368552" y="3510409"/>
            <a:ext cx="4404613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exceeds availability in a period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57200" y="3821460"/>
            <a:ext cx="8229600" cy="31105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457200" y="4127748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3821460"/>
            <a:ext cx="1865224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dependency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2285851" y="3821460"/>
            <a:ext cx="2124355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Forgot a step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368552" y="3821460"/>
            <a:ext cx="4404613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prerequisite task not on the schedule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162780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020406" y="1607344"/>
            <a:ext cx="3103040" cy="376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7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 your farm: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55550" y="2111127"/>
            <a:ext cx="8432899" cy="1454944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would a seasonal roadmap change the way you plan your year?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conflicts or bottlenecks do you already know about — but haven't had a way to visualize?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linking Issues from different areas help you see the full picture?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19125" y="3730972"/>
            <a:ext cx="7905601" cy="630585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47700" y="3730972"/>
            <a:ext cx="0" cy="630585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9045" y="3857774"/>
            <a:ext cx="7642911" cy="376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7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to your partner and share your answers.</a:t>
            </a:r>
            <a:pPr algn="ctr" indent="0" marL="0">
              <a:lnSpc>
                <a:spcPts val="297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2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(3 minutes)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191380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10: Copilot for Farm Communication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You'll learn to use GitHub Copilot to help write Issue descriptions, improve documentation, and draft communication.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360563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between-session practice: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2813000"/>
            <a:ext cx="8432899" cy="1493044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more Issues to your seasonal roadmap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grouping your Timeline view by different fields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with dragging bars to adjust dates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second Project for a different area of your farm</a:t>
            </a:r>
            <a:endParaRPr lang="en-US" sz="1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31986" y="900261"/>
            <a:ext cx="208002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064050" y="1633538"/>
            <a:ext cx="1015901" cy="38100"/>
          </a:xfrm>
          <a:prstGeom prst="rect">
            <a:avLst/>
          </a:prstGeom>
          <a:solidFill>
            <a:srgbClr val="A5D6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700918" y="1925538"/>
            <a:ext cx="574216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9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now have a bird's-eye view of your farm season.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74904" y="2354163"/>
            <a:ext cx="839419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9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planting date, harvest window, service appointment, and milestone — all on one screen.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74904" y="3059013"/>
            <a:ext cx="839419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9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plans change, you adjust the roadmap instead of rewriting your calendar.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74988" y="3890814"/>
            <a:ext cx="719402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fill out the 2-minute feedback survey before you leave.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9: Advanced Projects &amp; Roadmaps</dc:title>
  <dc:subject>GitHub Training for Farmers — Session 9 of 12</dc:subject>
  <dc:creator>GitHub4Farms Training</dc:creator>
  <cp:lastModifiedBy>GitHub4Farms Training</cp:lastModifiedBy>
  <cp:revision>1</cp:revision>
  <dcterms:created xsi:type="dcterms:W3CDTF">2026-01-30T16:30:22Z</dcterms:created>
  <dcterms:modified xsi:type="dcterms:W3CDTF">2026-01-30T16:30:22Z</dcterms:modified>
</cp:coreProperties>
</file>