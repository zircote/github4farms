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0795" y="1470273"/>
            <a:ext cx="42824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Spark &amp;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2406" y="2051149"/>
            <a:ext cx="76790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That Can Follow Multi-Step Instructions on Their 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11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303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11!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you've learned to: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repositories and track tasks with Issues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work with Projects and collaborate with PRs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with notifications and build templates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triggers, YAML, and automated workflows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advanced project workflows (Session 9)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Copilot as an AI writing assistant (Session 10)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29807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meet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AI tools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build apps and handle multi-step tasks.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wished you had a simple tool for your farm?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planting date calculator that adjusts for your frost zone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equipment inspection checklist you can pull up on your phone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livestock health log that keeps a running record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76699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876699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003500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describe what you need in plain English and have it built for you in minutes?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483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GitHub Spark?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= A Farmhand Who Builds Simple Tools from Your Description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helped you write text. Spark goes further — it builds working mini-apps.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 — type what you need in everyday language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simple web app you use in your browser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share it with others on your farm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32913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32913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45593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what you want in plain English, and Spark creates a small, working tool.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179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Spark CAN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is good at: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simple calculators (seed rate, fertilizer, yield estimate)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interactive checklists and forms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lookup tables (planting dates, vaccination schedules)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simple dashboards that display info clearly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pages you can open on a phone in the field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farmhand who builds you a clipboard tool — not a whole barn, but a handy gadget for one job.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9288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Spark CANNOT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does NOT: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large or complex software applications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external systems without extra setup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professional software (accounting, herd management)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calculations are correct — you must verify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specific farm details unless you tell 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farmhand can build a rain gauge stand, but not a weather station.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68235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Spark Works: The Three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Spark is a simple cycle: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17480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Building a Seed Calculator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build a simple seed calculator using Spark.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GitHub Spark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I want: "A seed order calculator for corn"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what Spark builds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calculator with real numbers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Spark to make a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final result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2980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 — you'll build your own tool next.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1574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Good Prompts for Spark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the tool DOES, what you PUT IN, and what you GET OUT.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466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Copilot Agents?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= A Farmhand Who Follows Multi-Step Instructions on Their Own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helped you write one suggestion at a time. An agent handles a whole sequence: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through your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what needs to be done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Issues, suggest changes, or organize tasks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through multiple steps without you guiding each one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980408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suggests one thing at a time. An agent follows a plan with multiple steps.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10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CAN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agents are good at: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a big request into smaller steps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multiple Issues from a single description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Suggesting code changes across several files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your repository to understand context before acting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instructions like "Review this PR and suggest improvements"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farmhand you give a full job to and check back later.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216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CANNOT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NOT: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about your farm priorities — you set the direction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without your review and approval on important steps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farm's specific context unless you explain 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judgment about what matters most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perfectly every time — they can misunderstand or make mistakes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the most capable farmhand reports back before making big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3668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You Stay in Charge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concept in AI tools: HUMAN OVERSIGHT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9910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Your AI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of AI help, from simple to advanced: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 pre-built Spark app (a farm tool already created)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with your own numbers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what works and what you'd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simple modification using the refine step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0233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lab exercise handout to Part 1.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 check the guide, ask your partner, or raise your hand.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0956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 Pre-Built Spark 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a "Planting Date Calculator" built with Spark.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crop from a dropdown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USDA hardiness zone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recommended planting window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385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group, let's evaluate: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give reasonable planting dates?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crops are missing that you'd want?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trust this or verify with your county extension?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5156" y="1560761"/>
            <a:ext cx="479368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— 15 Minutes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31718" y="2351187"/>
            <a:ext cx="80805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build your own Spark app from scratch.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963692" y="2782788"/>
            <a:ext cx="5216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which scenario you want to try: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626775" y="3214390"/>
            <a:ext cx="38904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simple farm tool with Spark and evaluate the result.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scenario: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Seed Calculator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Equipment Checklist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Livestock Log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a prompt telling Spark what to build — 5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what Spark creates with real data — 10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Spark to fix or improve one thing — 10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does this compare to doing it manually? — 5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would you use Spark on your farm? — 5 min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2652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Exploration (Bonus)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your Spark app early? Try this with your partner: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71117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in your farm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multi-step request: 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"Suggest which open Issues should be worked on first"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three Issues for end-of-season tasks"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my most recent PR and suggest improvements"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Did the agent understand your request?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651" y="2373362"/>
            <a:ext cx="8102798" cy="10531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"Suggest which open Issues should be worked on first"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three Issues for end-of-season tasks"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my most recent PR and suggest improvements"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98040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proposes, you decide.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3931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Your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what you built.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a calculator? Does the math check out?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a checklist? Would you actually use it in the field?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a log? How does it compare to paper records?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about what Spark could (or couldn't) do?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anyone try the agent exploration? What happened?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simple tool would save you the most time if Spark built it?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explain the difference between Copilot and an agent?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task you'd trust an agent to handle? One you wouldn't?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76699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876699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003500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12: Capstone Project — Putting It All Together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complete farm management workflow in GitHub — from repository to Issues, Projects, templates, automations, and AI tools.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Spark app to someone on your farm — get feedback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building a second Spark tool for a different task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writing multi-step requests for Copilot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what you'd include in your capstone project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986" y="1114574"/>
            <a:ext cx="2080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64050" y="1847850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904" y="2139851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gone from learning what a repository is to building your own AI-powered farm tools.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74904" y="2844701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final session, you'll put all of these skills together into a complete project.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4988" y="3676501"/>
            <a:ext cx="71940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feedback survey before you leave.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11: GitHub Spark &amp; Agents</dc:title>
  <dc:subject>GitHub Training for Farmers — Session 11 of 12</dc:subject>
  <dc:creator>GitHub4Farms Training</dc:creator>
  <cp:lastModifiedBy>GitHub4Farms Training</cp:lastModifiedBy>
  <cp:revision>1</cp:revision>
  <dcterms:created xsi:type="dcterms:W3CDTF">2026-01-30T09:23:25Z</dcterms:created>
  <dcterms:modified xsi:type="dcterms:W3CDTF">2026-01-30T09:23:25Z</dcterms:modified>
</cp:coreProperties>
</file>