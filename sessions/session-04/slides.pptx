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6536" y="1470273"/>
            <a:ext cx="55709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&amp; Pull Requests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072536" y="2051149"/>
            <a:ext cx="499892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Together on Shared Farm Plans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64050" y="2574875"/>
            <a:ext cx="1015901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87884" y="3095327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 of 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87884" y="3384203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Training for Farmers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37088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Session 4!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 you've learned to: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a repository (Session 1)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Issues to track tasks (Session 2)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tasks with Projects (Session 3)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329136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4125" y="3329136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401" y="3455938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you'll learn to 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together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making changes to shared farm documents and getting them reviewed before they go live.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3076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YOUR Farm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do you share farm plans right now?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a notebook back and forth?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Texting photos of notes?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Printing and marking up copies?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telling them what changed?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240435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240435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367236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two people change the same plan at the same time?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03964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documents is messy.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copies of the same plan — which one is current?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changes something and nobody knows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record of what was changed or why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suggest changes without overwriting the original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change is wrong, there's no easy way to undo it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604171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604171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730972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could suggest a change, get it reviewed, and keep a record — all in one place?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4650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Collaboration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has a simple 4-step process for teamwork: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55629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Make your own copy ("Photocopy the farm plan")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Make changes in your copy ("Mark up your copy")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Ask for review ("Hand it to the manager")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Changes become official ("Manager updates the plan")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50720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Fork?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579983"/>
          </a:xfrm>
          <a:prstGeom prst="roundRect">
            <a:avLst>
              <a:gd name="adj" fmla="val 13138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8435" y="1244352"/>
            <a:ext cx="8187130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= Your Own Copy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55550" y="1862435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repository, GitHub creates a complete copy under your account.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640509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stays untouched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change anything without affecting the original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ready, you ask the owner to accept your changes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896618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photocopying a recipe — write all over your copy without changing the original.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fork stays connected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the original.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07868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Fork a Repository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Forking takes one click: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55629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repository you want to copy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"Fork"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button (top right of the page)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creates a copy under your account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now on 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copy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notice your username in the URL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303687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303687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430488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know I'm on my fork?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for 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username / repository name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top, with "forked from [original]" below it.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81621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a File on GitHub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any file directly on GitHub — no special software needed.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93268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the file you want to change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pencil icon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(top right) to edit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changes in the text editor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short 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message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describing your change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"Commit changes"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64197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 message is like a sticky tag: "Updated planting dates for Field 2."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81697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Pull Request?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579983"/>
          </a:xfrm>
          <a:prstGeom prst="roundRect">
            <a:avLst>
              <a:gd name="adj" fmla="val 13138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8435" y="1244352"/>
            <a:ext cx="8187130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= "Please Review My Changes"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55550" y="1862435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making changes in your fork, you send a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(PR) to the original repository. A Pull Request: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640509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exactly what you changed (green = added, red = removed)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the owner review before accepting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discussion — questions or suggested edits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a permanent record of what changed and why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4260354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handing your marked-up copy to the farm manager: "What do you think?"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77978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Pull Request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editing your fork, create a Pull Request: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93268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your forked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"Contribute"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"Open pull request"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use the Pull requests tab)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shows what changed (green = added, red = removed)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explaining the change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pull request"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680073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680073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806875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PR titles: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"Update planting dates for Field 2 — delayed by rain" | "Add equipment safety checklist"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07944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a Pull Request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reviewer can: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changes (green = added, red = removed)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ask questions or suggest edits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"Looks good, let's use these changes"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changes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"Please fix this part first"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202335"/>
            <a:ext cx="8601557" cy="97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leave a review: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the PR → Click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"Files changed"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Click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changes"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Choose Comment / Approve / Request changes →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"Submit review"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72346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a Pull Request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review is done, the owner merges the changes.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Pull Request page: Click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"Merge pull request"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"Confirm merge"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merging: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487364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changes become part of the original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Pull Request is marked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"Merged"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(purple)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history preserved — who, what, when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743474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the farm manager saying: "Great suggestion — I've updated the official plan."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660487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Fork &amp; PR vs. Direct Editing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make changes on GitHub: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69839"/>
            <a:ext cx="8432899" cy="366861"/>
          </a:xfrm>
          <a:prstGeom prst="roundRect">
            <a:avLst>
              <a:gd name="adj" fmla="val 1384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1569839"/>
            <a:ext cx="2437376" cy="366861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5135" y="1569839"/>
            <a:ext cx="3082091" cy="366861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6792" y="1569839"/>
            <a:ext cx="3082091" cy="366861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5550" y="1936700"/>
            <a:ext cx="8432899" cy="556617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55550" y="2488555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550" y="1936700"/>
            <a:ext cx="2437376" cy="5470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edit</a:t>
            </a:r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(on your own repo)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5135" y="1936700"/>
            <a:ext cx="3082091" cy="5470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it, small change, just you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6792" y="1936700"/>
            <a:ext cx="3082091" cy="5470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 typo in your own planting schedule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5550" y="2493318"/>
            <a:ext cx="8432899" cy="5566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55550" y="3045172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550" y="2493318"/>
            <a:ext cx="2437376" cy="5470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+ Pull Request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5135" y="2493318"/>
            <a:ext cx="3082091" cy="5470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repo, team review needed, important changes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6792" y="2493318"/>
            <a:ext cx="3082091" cy="547092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official farm plan that the whole team uses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5550" y="3202186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84125" y="3202186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401" y="3328988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other people depend on the document, use a Pull Request so someone can review before it goes live.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71332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Workflow: Visual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collaboration cycle: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620589"/>
            <a:ext cx="1422499" cy="738932"/>
          </a:xfrm>
          <a:prstGeom prst="roundRect">
            <a:avLst>
              <a:gd name="adj" fmla="val 1031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856" y="1709440"/>
            <a:ext cx="124388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4856" y="2030611"/>
            <a:ext cx="1243888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835795"/>
            <a:ext cx="23317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08150" y="1620589"/>
            <a:ext cx="1422499" cy="738932"/>
          </a:xfrm>
          <a:prstGeom prst="roundRect">
            <a:avLst>
              <a:gd name="adj" fmla="val 1031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97456" y="1709440"/>
            <a:ext cx="124388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97456" y="2030611"/>
            <a:ext cx="1243888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81400" y="1835795"/>
            <a:ext cx="23317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60750" y="1620589"/>
            <a:ext cx="1422499" cy="738932"/>
          </a:xfrm>
          <a:prstGeom prst="roundRect">
            <a:avLst>
              <a:gd name="adj" fmla="val 1031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50056" y="1709440"/>
            <a:ext cx="124388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50056" y="2030611"/>
            <a:ext cx="1243888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34000" y="1835795"/>
            <a:ext cx="23317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13350" y="1620589"/>
            <a:ext cx="1422499" cy="738932"/>
          </a:xfrm>
          <a:prstGeom prst="roundRect">
            <a:avLst>
              <a:gd name="adj" fmla="val 1031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02656" y="1709440"/>
            <a:ext cx="124388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02656" y="2030611"/>
            <a:ext cx="1243888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1835795"/>
            <a:ext cx="23317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65950" y="1620589"/>
            <a:ext cx="1422499" cy="738932"/>
          </a:xfrm>
          <a:prstGeom prst="roundRect">
            <a:avLst>
              <a:gd name="adj" fmla="val 1031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55256" y="1709440"/>
            <a:ext cx="124388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55256" y="2030611"/>
            <a:ext cx="1243888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5550" y="2524423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Make your own copy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Make changes in your copy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Ask for review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Get feedback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Changes go live. This cycle repeats every time!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730924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Complete Collaboration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 do the full workflow.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going to: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93268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the demo farm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the planting schedule — change Field 2's planting date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Pull Request with a description of why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changes (I'll switch to the "owner" view)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the Pull Request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4107210"/>
            <a:ext cx="8432899" cy="579983"/>
          </a:xfrm>
          <a:prstGeom prst="roundRect">
            <a:avLst>
              <a:gd name="adj" fmla="val 13138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8435" y="4208711"/>
            <a:ext cx="8187130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watch for now — you'll do this yourself next.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6213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 Follow along with me.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and your partner will practice the collaboration workflow together.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you will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a change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(fork + edit + PR)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will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merge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you'll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roles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291036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get stuck: ask your partner first, or raise your hand.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781574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4125" y="3781574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0401" y="3908375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break anything.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original demo repository is safe.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57454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— Partner A suggests, Partner B reviews: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Fork the demo farm repo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Edit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crops/planting-schedule.md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change one date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 with a message, create a Pull Request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B: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the PR, read changes, leave a comment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B: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Approve and merge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604171"/>
            <a:ext cx="8432899" cy="90487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604171"/>
            <a:ext cx="0" cy="90487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730972"/>
            <a:ext cx="818075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Partner A's change should now appear in the original repository.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8653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Practice: Switch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— Partner B suggests, Partner A reviews.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the same steps, but switch roles.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76557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B: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Fork, edit a different file, create a PR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A: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Review, comment, and merge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940100"/>
            <a:ext cx="8432899" cy="956965"/>
          </a:xfrm>
          <a:prstGeom prst="roundRect">
            <a:avLst>
              <a:gd name="adj" fmla="val 7963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8435" y="3041600"/>
            <a:ext cx="8187130" cy="75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</a:t>
            </a:r>
            <a:pPr algn="ctr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Both partners have created and merged one Pull Request each.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2844" y="1624161"/>
            <a:ext cx="16581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485839" y="2414588"/>
            <a:ext cx="21721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15 minutes.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74904" y="2846189"/>
            <a:ext cx="83941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come back, you'll practice the full collaboration workflow on your own!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4057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 collaboration cycle using a farm scenario.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Choose: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Update planting schedule |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equipment log |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Update livestock records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tasks: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813000"/>
            <a:ext cx="8432899" cy="155629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the demo repo, edit the relevant file, commit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Pull Request with a descriptive title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 classmate's PR — comment and approve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a PR you've been asked to review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8630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Challenge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Try these: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7805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second Pull Request that edits a different file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a "Request changes" review (ask the author to fix something small, then approve after they fix it)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Pull Requests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 — what does the history tell you about changes made?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755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Vocabulary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17402"/>
            <a:ext cx="8432899" cy="383977"/>
          </a:xfrm>
          <a:prstGeom prst="roundRect">
            <a:avLst>
              <a:gd name="adj" fmla="val 1323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1117402"/>
            <a:ext cx="1962683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Term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79749" y="1117402"/>
            <a:ext cx="1962683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3948" y="1117402"/>
            <a:ext cx="4676192" cy="3839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5550" y="1501378"/>
            <a:ext cx="8432899" cy="36820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5550" y="1864816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550" y="1501378"/>
            <a:ext cx="1962683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79749" y="1501378"/>
            <a:ext cx="1962683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Photocopy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3948" y="1501378"/>
            <a:ext cx="4676192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copy of a shared repository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5550" y="1869579"/>
            <a:ext cx="8432899" cy="368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5550" y="2233017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550" y="1869579"/>
            <a:ext cx="1962683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79749" y="1869579"/>
            <a:ext cx="1962683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note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3948" y="1869579"/>
            <a:ext cx="4676192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changes with a description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5550" y="2237780"/>
            <a:ext cx="8432899" cy="36820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55550" y="2601218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550" y="2237780"/>
            <a:ext cx="1962683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79749" y="2237780"/>
            <a:ext cx="1962683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Marked-up copy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03948" y="2237780"/>
            <a:ext cx="4676192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to merge changes into the original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5550" y="2605980"/>
            <a:ext cx="8432899" cy="368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55550" y="2969419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550" y="2605980"/>
            <a:ext cx="1962683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279749" y="2605980"/>
            <a:ext cx="1962683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Proofreading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03948" y="2605980"/>
            <a:ext cx="4676192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changes and giving feedback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5550" y="2974181"/>
            <a:ext cx="8432899" cy="36820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55550" y="3337620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5550" y="2974181"/>
            <a:ext cx="1962683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279749" y="2974181"/>
            <a:ext cx="1962683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changes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203948" y="2974181"/>
            <a:ext cx="4676192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changes part of the official version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55550" y="3342382"/>
            <a:ext cx="8432899" cy="368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55550" y="3705820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5550" y="3342382"/>
            <a:ext cx="1962683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279749" y="3342382"/>
            <a:ext cx="1962683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"Looks good"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203948" y="3342382"/>
            <a:ext cx="4676192" cy="358676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off that changes are ready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627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your farm: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1062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would you collaborate with on GitHub? (Partner, employee, advisor, extension agent?)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farm document would benefit from a review process before changes go live?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would direct editing be fine, and when would a Pull Request be better?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828306"/>
            <a:ext cx="8432899" cy="579983"/>
          </a:xfrm>
          <a:prstGeom prst="roundRect">
            <a:avLst>
              <a:gd name="adj" fmla="val 13138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8435" y="3929807"/>
            <a:ext cx="8187130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to your partner and share your answers. (3 minutes)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913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5: Notifications &amp; Team Communication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to stay updated on what's happening in your farm repository without checking constantly — like getting a text when something changes.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between-session practice: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813000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another Pull Request on the demo farm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merge a classmate's Pull Request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editing a file in your own repository (no fork needed for your own!)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53796" y="1211610"/>
            <a:ext cx="383640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Survey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23340" y="2002036"/>
            <a:ext cx="66973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fill out the 2-minute survey before you leave.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064050" y="2547938"/>
            <a:ext cx="1015901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99050" y="2827139"/>
            <a:ext cx="134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74904" y="3258741"/>
            <a:ext cx="83941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know how to suggest, review, and accept changes as a team on GitHub.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4: Collaboration &amp; Pull Requests</dc:title>
  <dc:subject>GitHub Training for Farmers — Session 4 of 12</dc:subject>
  <dc:creator>GitHub4Farms Training</dc:creator>
  <cp:lastModifiedBy>GitHub4Farms Training</cp:lastModifiedBy>
  <cp:revision>1</cp:revision>
  <dcterms:created xsi:type="dcterms:W3CDTF">2026-01-30T16:29:15Z</dcterms:created>
  <dcterms:modified xsi:type="dcterms:W3CDTF">2026-01-30T16:29:15Z</dcterms:modified>
</cp:coreProperties>
</file>