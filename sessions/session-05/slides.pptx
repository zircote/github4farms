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1652" y="1470273"/>
            <a:ext cx="688054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&amp; Team Communication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36817" y="2051149"/>
            <a:ext cx="607036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Staying Connected Without Information Overload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064050" y="2574875"/>
            <a:ext cx="1015901" cy="38100"/>
          </a:xfrm>
          <a:prstGeom prst="rect">
            <a:avLst/>
          </a:prstGeom>
          <a:solidFill>
            <a:srgbClr val="A5D6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87884" y="3095327"/>
            <a:ext cx="25682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5 of 12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87884" y="3384203"/>
            <a:ext cx="25682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Training for Farmers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237088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Back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Session 5!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far you've learned to: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034927"/>
            <a:ext cx="8432899" cy="1493044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repositories and files (Session 1)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tasks with Issues (Session 2)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work with Projects (Session 3)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 with Pull Requests (Session 4)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3692872"/>
            <a:ext cx="8432899" cy="904875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84125" y="3692872"/>
            <a:ext cx="0" cy="904875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0401" y="3819674"/>
            <a:ext cx="818075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you'll learn to </a:t>
            </a:r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updated</a:t>
            </a:r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what's happening — without checking GitHub every five minutes.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530769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for YOUR Farm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68152"/>
            <a:ext cx="8432899" cy="630882"/>
          </a:xfrm>
          <a:prstGeom prst="roundRect">
            <a:avLst>
              <a:gd name="adj" fmla="val 12078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8435" y="1295102"/>
            <a:ext cx="8187130" cy="376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7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Question: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55550" y="1963936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you find out when something changes on your farm right now?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2416373"/>
            <a:ext cx="8432899" cy="1129308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calls or texts you?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notice it in person?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find out too late?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55550" y="3672483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anyone ever missed an important update because nobody told them?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203964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updates get missed.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493044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closes an Issue and you don't know the task is done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Pull Request sits waiting for review because nobody saw it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teammate adds a comment to an Issue but you never check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check GitHub constantly "just in case" — that's exhausting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240435"/>
            <a:ext cx="8432899" cy="904875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4125" y="3240435"/>
            <a:ext cx="0" cy="904875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0401" y="3367236"/>
            <a:ext cx="818075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GitHub could tell you when something happens that matters to you?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633010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to Communicate on GitHub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has three built-in communication tools: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95289"/>
            <a:ext cx="2709267" cy="1448395"/>
          </a:xfrm>
          <a:prstGeom prst="roundRect">
            <a:avLst>
              <a:gd name="adj" fmla="val 5261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55550" y="1619101"/>
            <a:ext cx="2709267" cy="0"/>
          </a:xfrm>
          <a:prstGeom prst="line">
            <a:avLst/>
          </a:prstGeom>
          <a:noFill/>
          <a:ln w="47625">
            <a:solidFill>
              <a:srgbClr val="4E9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947" y="1769715"/>
            <a:ext cx="2504474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947" y="2069157"/>
            <a:ext cx="2504474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947" y="2368600"/>
            <a:ext cx="2504474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tells you when something happens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17218" y="1595289"/>
            <a:ext cx="2709416" cy="1448395"/>
          </a:xfrm>
          <a:prstGeom prst="roundRect">
            <a:avLst>
              <a:gd name="adj" fmla="val 5261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17218" y="1619101"/>
            <a:ext cx="2709416" cy="0"/>
          </a:xfrm>
          <a:prstGeom prst="line">
            <a:avLst/>
          </a:prstGeom>
          <a:noFill/>
          <a:ln w="47625">
            <a:solidFill>
              <a:srgbClr val="4E9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613" y="1769715"/>
            <a:ext cx="2504626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19613" y="2069157"/>
            <a:ext cx="2504626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@mentions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19613" y="2368600"/>
            <a:ext cx="2504626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a specific person to get their attention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79034" y="1595289"/>
            <a:ext cx="2709416" cy="1448395"/>
          </a:xfrm>
          <a:prstGeom prst="roundRect">
            <a:avLst>
              <a:gd name="adj" fmla="val 5261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079034" y="1619101"/>
            <a:ext cx="2709416" cy="0"/>
          </a:xfrm>
          <a:prstGeom prst="line">
            <a:avLst/>
          </a:prstGeom>
          <a:noFill/>
          <a:ln w="47625">
            <a:solidFill>
              <a:srgbClr val="4E9F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429" y="1769715"/>
            <a:ext cx="2504626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81429" y="2069157"/>
            <a:ext cx="2504626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81429" y="2368600"/>
            <a:ext cx="2504626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Forum-style space for questions and ideas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5550" y="3183285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one works differently. Today you'll learn when to use which.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518807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Notifications: Your GitHub Inbox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= Automatic Updates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repository, GitHub notifies you when: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034927"/>
            <a:ext cx="8432899" cy="1129308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Issue is created or someone comments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Pull Request is opened or merged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@mentions you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3291036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notifications appear?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55550" y="3743474"/>
            <a:ext cx="8432899" cy="765572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icon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(top right) — your notification inbox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GitHub can email you too (you choose)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63602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Watching a Repository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start getting notifications, "watch" a repository: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55550" y="1565374"/>
            <a:ext cx="8432899" cy="1077962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43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the repository</a:t>
            </a:r>
            <a:endParaRPr lang="en-US" sz="1800" dirty="0"/>
          </a:p>
          <a:p>
            <a:pPr algn="l" marL="165100" indent="-165100">
              <a:lnSpc>
                <a:spcPts val="243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pPr algn="l" indent="0" marL="0">
              <a:lnSpc>
                <a:spcPts val="243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"Watch"</a:t>
            </a:r>
            <a:pPr algn="l" indent="0" marL="0">
              <a:lnSpc>
                <a:spcPts val="2430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(top right, near Fork and Star)</a:t>
            </a:r>
            <a:endParaRPr lang="en-US" sz="1800" dirty="0"/>
          </a:p>
          <a:p>
            <a:pPr algn="l" marL="165100" indent="-165100">
              <a:lnSpc>
                <a:spcPts val="243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level: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55550" y="2770138"/>
            <a:ext cx="8432899" cy="1424583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430"/>
              </a:lnSpc>
              <a:spcAft>
                <a:spcPts val="300"/>
              </a:spcAft>
              <a:buSzPct val="100000"/>
              <a:buChar char="•"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Participating and @mentions</a:t>
            </a:r>
            <a:pPr algn="l" indent="0" marL="0">
              <a:lnSpc>
                <a:spcPts val="2430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Only when involved (default)</a:t>
            </a:r>
            <a:endParaRPr lang="en-US" sz="1800" dirty="0"/>
          </a:p>
          <a:p>
            <a:pPr algn="l" marL="165100" indent="-165100">
              <a:lnSpc>
                <a:spcPts val="2430"/>
              </a:lnSpc>
              <a:spcAft>
                <a:spcPts val="300"/>
              </a:spcAft>
              <a:buSzPct val="100000"/>
              <a:buChar char="•"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Activity</a:t>
            </a:r>
            <a:pPr algn="l" indent="0" marL="0">
              <a:lnSpc>
                <a:spcPts val="2430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Notified about everything</a:t>
            </a:r>
            <a:endParaRPr lang="en-US" sz="1800" dirty="0"/>
          </a:p>
          <a:p>
            <a:pPr algn="l" marL="165100" indent="-165100">
              <a:lnSpc>
                <a:spcPts val="2430"/>
              </a:lnSpc>
              <a:spcAft>
                <a:spcPts val="300"/>
              </a:spcAft>
              <a:buSzPct val="100000"/>
              <a:buChar char="•"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</a:t>
            </a:r>
            <a:pPr algn="l" indent="0" marL="0">
              <a:lnSpc>
                <a:spcPts val="2430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 notifications</a:t>
            </a:r>
            <a:endParaRPr lang="en-US" sz="1800" dirty="0"/>
          </a:p>
          <a:p>
            <a:pPr algn="l" marL="165100" indent="-165100">
              <a:lnSpc>
                <a:spcPts val="2430"/>
              </a:lnSpc>
              <a:spcAft>
                <a:spcPts val="300"/>
              </a:spcAft>
              <a:buSzPct val="100000"/>
              <a:buChar char="•"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pPr algn="l" indent="0" marL="0">
              <a:lnSpc>
                <a:spcPts val="2430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Pick exactly what you want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55550" y="4321522"/>
            <a:ext cx="8601557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Recommended:</a:t>
            </a:r>
            <a:pPr algn="l" indent="0" marL="0">
              <a:lnSpc>
                <a:spcPts val="243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Start with "All Activity" on your main farm repo.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67898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Notification Inbox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bell icon is your GitHub inbox.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icon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(top right of any page) to see your notifications: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034927"/>
            <a:ext cx="8432899" cy="1493044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Unread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notifications appear with a blue dot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 notification to go directly to the Issue, PR, or comment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"Done"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mark it as read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"Unsubscribe"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stop notifications for that specific thread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3692872"/>
            <a:ext cx="8432899" cy="904875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84125" y="3692872"/>
            <a:ext cx="0" cy="904875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0401" y="3819674"/>
            <a:ext cx="818075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inbox groups notifications by repository</a:t>
            </a:r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so you can see all farm updates together.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03123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Notifications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can also send notifications to your email.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check your email settings: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034927"/>
            <a:ext cx="8432899" cy="1493044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your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icon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(top right) then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"Settings"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"Notifications"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left menu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sure your email is listed under email preferences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what gets emailed vs. shown only on GitHub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3692872"/>
            <a:ext cx="8432899" cy="904875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84125" y="3692872"/>
            <a:ext cx="0" cy="904875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0401" y="3819674"/>
            <a:ext cx="818075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</a:t>
            </a:r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you check email more than GitHub, turn on email notifications. Otherwise, turn email off to avoid a flooded inbox.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664449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@mentions: Getting Someone's Attention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42851"/>
            <a:ext cx="8432899" cy="495300"/>
          </a:xfrm>
          <a:prstGeom prst="roundRect">
            <a:avLst>
              <a:gd name="adj" fmla="val 15385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8435" y="1219051"/>
            <a:ext cx="81871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@mention = Tapping someone on the shoulder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55550" y="17777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followed by their username in any comment: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2268289"/>
            <a:ext cx="8432899" cy="579239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84125" y="2268289"/>
            <a:ext cx="0" cy="579239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0401" y="2395091"/>
            <a:ext cx="8180755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"@maria Can you check the irrigation pump this week?"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55550" y="3012430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@mentions: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55550" y="3464868"/>
            <a:ext cx="8432899" cy="1129308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Assigning a task to someone in a comment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Asking a specific person a question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Letting someone know about a change that affects them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536189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@mention Examples for the Farm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farm examples of @mentions: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3552974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can @mention more than one person in the same comment.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6199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Discussions: Your Farm Forum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17402"/>
            <a:ext cx="8432899" cy="478036"/>
          </a:xfrm>
          <a:prstGeom prst="roundRect">
            <a:avLst>
              <a:gd name="adj" fmla="val 15940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8435" y="1193602"/>
            <a:ext cx="8187130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Discussions = Bulletin Board for Your Farm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1709589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can ask questions, share ideas, make announcements, and have conversations that don't belong in an Issue.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01286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Discussions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start a Discussion: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222051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your repository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"Discussions"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tab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"New discussion"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category: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or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and tell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question or topic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"Start discussion"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967907"/>
            <a:ext cx="8432899" cy="579239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4125" y="3967907"/>
            <a:ext cx="0" cy="579239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0401" y="4094708"/>
            <a:ext cx="8180755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reply:</a:t>
            </a:r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Scroll to the bottom, type your response, click </a:t>
            </a:r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"Comment"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43345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Which Method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right tool for the situation: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80173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Notification Volume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notifications? Here's how to manage them.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493044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your Watch level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to "Participating and @mentions"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Unsubscribe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specific threads you don't need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notifications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show only Issues, PRs, or @mentions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 email settings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turn off email for low-priority items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240435"/>
            <a:ext cx="8432899" cy="904875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4125" y="3240435"/>
            <a:ext cx="0" cy="904875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0401" y="3367236"/>
            <a:ext cx="818075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more notifications, then trim down.</a:t>
            </a:r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It's easier to turn things off than to miss something important.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170294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17402"/>
            <a:ext cx="8432899" cy="495300"/>
          </a:xfrm>
          <a:prstGeom prst="roundRect">
            <a:avLst>
              <a:gd name="adj" fmla="val 15385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8435" y="1193602"/>
            <a:ext cx="81871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me demonstrate all three communication tools.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55550" y="1726853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going to: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2179290"/>
            <a:ext cx="8432899" cy="1694408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430"/>
              </a:lnSpc>
              <a:spcAft>
                <a:spcPts val="200"/>
              </a:spcAft>
              <a:buSzPct val="100000"/>
              <a:buChar char="•"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pPr algn="l" indent="0" marL="0">
              <a:lnSpc>
                <a:spcPts val="2430"/>
              </a:lnSpc>
              <a:spcAft>
                <a:spcPts val="2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demo farm repository (set to All Activity)</a:t>
            </a:r>
            <a:endParaRPr lang="en-US" sz="1800" dirty="0"/>
          </a:p>
          <a:p>
            <a:pPr algn="l" marL="165100" indent="-165100">
              <a:lnSpc>
                <a:spcPts val="243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an Issue and </a:t>
            </a:r>
            <a:pPr algn="l" indent="0" marL="0">
              <a:lnSpc>
                <a:spcPts val="243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@mention</a:t>
            </a:r>
            <a:pPr algn="l" indent="0" marL="0">
              <a:lnSpc>
                <a:spcPts val="2430"/>
              </a:lnSpc>
              <a:spcAft>
                <a:spcPts val="2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someone in a comment</a:t>
            </a:r>
            <a:endParaRPr lang="en-US" sz="1800" dirty="0"/>
          </a:p>
          <a:p>
            <a:pPr algn="l" marL="165100" indent="-165100">
              <a:lnSpc>
                <a:spcPts val="243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</a:t>
            </a:r>
            <a:pPr algn="l" indent="0" marL="0">
              <a:lnSpc>
                <a:spcPts val="243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inbox</a:t>
            </a:r>
            <a:pPr algn="l" indent="0" marL="0">
              <a:lnSpc>
                <a:spcPts val="2430"/>
              </a:lnSpc>
              <a:spcAft>
                <a:spcPts val="2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@mention appears</a:t>
            </a:r>
            <a:endParaRPr lang="en-US" sz="1800" dirty="0"/>
          </a:p>
          <a:p>
            <a:pPr algn="l" marL="165100" indent="-165100">
              <a:lnSpc>
                <a:spcPts val="243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new </a:t>
            </a:r>
            <a:pPr algn="l" indent="0" marL="0">
              <a:lnSpc>
                <a:spcPts val="243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pPr algn="l" indent="0" marL="0">
              <a:lnSpc>
                <a:spcPts val="2430"/>
              </a:lnSpc>
              <a:spcAft>
                <a:spcPts val="2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"What should we plant in Field 4?"</a:t>
            </a:r>
            <a:endParaRPr lang="en-US" sz="1800" dirty="0"/>
          </a:p>
          <a:p>
            <a:pPr algn="l" marL="165100" indent="-165100">
              <a:lnSpc>
                <a:spcPts val="243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Reply to the Discussion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55550" y="4000500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watch — you'll practice all of this next.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62139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Practice Introduction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turn! Follow along with me.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and your partner will: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034927"/>
            <a:ext cx="8432899" cy="1493044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demo repository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@mention each other in Issue comments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notification inbox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in a Discussion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3692872"/>
            <a:ext cx="8432899" cy="904875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84125" y="3692872"/>
            <a:ext cx="0" cy="904875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0401" y="3819674"/>
            <a:ext cx="818075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I'll walk through each step. If you get stuck, ask your partner or raise your hand.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57454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Practice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091952"/>
            <a:ext cx="8601557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Watch the repository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55550" y="1416695"/>
            <a:ext cx="8432899" cy="545753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000"/>
              </a:lnSpc>
              <a:spcAft>
                <a:spcPts val="1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the demo farm repository</a:t>
            </a:r>
            <a:endParaRPr lang="en-US" sz="1600" dirty="0"/>
          </a:p>
          <a:p>
            <a:pPr algn="l" marL="165100" indent="-165100">
              <a:lnSpc>
                <a:spcPts val="2000"/>
              </a:lnSpc>
              <a:spcAft>
                <a:spcPts val="1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pPr algn="l" indent="0" marL="0">
              <a:lnSpc>
                <a:spcPts val="2000"/>
              </a:lnSpc>
              <a:spcAft>
                <a:spcPts val="100"/>
              </a:spcAft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"Watch"</a:t>
            </a:r>
            <a:pPr algn="l" indent="0" marL="0">
              <a:lnSpc>
                <a:spcPts val="2000"/>
              </a:lnSpc>
              <a:spcAft>
                <a:spcPts val="1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then select </a:t>
            </a:r>
            <a:pPr algn="l" indent="0" marL="0">
              <a:lnSpc>
                <a:spcPts val="2000"/>
              </a:lnSpc>
              <a:spcAft>
                <a:spcPts val="100"/>
              </a:spcAft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"All Activity"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55550" y="2013049"/>
            <a:ext cx="8601557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@mention your partner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5550" y="2337792"/>
            <a:ext cx="8432899" cy="812304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000"/>
              </a:lnSpc>
              <a:spcAft>
                <a:spcPts val="1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any existing Issue, scroll to the comment box</a:t>
            </a:r>
            <a:endParaRPr lang="en-US" sz="1600" dirty="0"/>
          </a:p>
          <a:p>
            <a:pPr algn="l" marL="165100" indent="-165100">
              <a:lnSpc>
                <a:spcPts val="2000"/>
              </a:lnSpc>
              <a:spcAft>
                <a:spcPts val="1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"@[partner] What do you think about this task?"</a:t>
            </a:r>
            <a:endParaRPr lang="en-US" sz="1600" dirty="0"/>
          </a:p>
          <a:p>
            <a:pPr algn="l" marL="165100" indent="-165100">
              <a:lnSpc>
                <a:spcPts val="2000"/>
              </a:lnSpc>
              <a:spcAft>
                <a:spcPts val="1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pPr algn="l" indent="0" marL="0">
              <a:lnSpc>
                <a:spcPts val="2000"/>
              </a:lnSpc>
              <a:spcAft>
                <a:spcPts val="100"/>
              </a:spcAft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"Comment"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5550" y="3200698"/>
            <a:ext cx="8601557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Check your notifications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5550" y="3525441"/>
            <a:ext cx="8432899" cy="279202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000"/>
              </a:lnSpc>
              <a:spcAft>
                <a:spcPts val="1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</a:t>
            </a:r>
            <a:pPr algn="l" indent="0" marL="0">
              <a:lnSpc>
                <a:spcPts val="2000"/>
              </a:lnSpc>
              <a:spcAft>
                <a:spcPts val="100"/>
              </a:spcAft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icon</a:t>
            </a:r>
            <a:pPr algn="l" indent="0" marL="0">
              <a:lnSpc>
                <a:spcPts val="2000"/>
              </a:lnSpc>
              <a:spcAft>
                <a:spcPts val="1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find your partner's notification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5550" y="3931444"/>
            <a:ext cx="8432899" cy="527745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84125" y="3931444"/>
            <a:ext cx="0" cy="527745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0401" y="4058245"/>
            <a:ext cx="8180755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Checkpoint:</a:t>
            </a:r>
            <a:pPr algn="l" indent="0" marL="0">
              <a:lnSpc>
                <a:spcPts val="21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Both partners should have a notification.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42844" y="1624161"/>
            <a:ext cx="1658163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485839" y="2414588"/>
            <a:ext cx="217217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15 minutes.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74904" y="2846189"/>
            <a:ext cx="83941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we come back, you'll practice using all three communication tools on your own!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40573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Practice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challenge: Use all three communication tools.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228874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95"/>
              </a:lnSpc>
              <a:spcAft>
                <a:spcPts val="100"/>
              </a:spcAft>
              <a:buSzPct val="100000"/>
              <a:buChar char="•"/>
            </a:pPr>
            <a:r>
              <a:rPr lang="en-US" sz="17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new Issue</a:t>
            </a:r>
            <a:pPr algn="l" indent="0" marL="0">
              <a:lnSpc>
                <a:spcPts val="2295"/>
              </a:lnSpc>
              <a:spcAft>
                <a:spcPts val="100"/>
              </a:spcAft>
              <a:buNone/>
            </a:pPr>
            <a:r>
              <a:rPr lang="en-US" sz="1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2295"/>
              </a:lnSpc>
              <a:spcAft>
                <a:spcPts val="100"/>
              </a:spcAft>
              <a:buNone/>
            </a:pPr>
            <a:r>
              <a:rPr lang="en-US" sz="17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@mention a classmate</a:t>
            </a:r>
            <a:endParaRPr lang="en-US" sz="1700" dirty="0"/>
          </a:p>
          <a:p>
            <a:pPr algn="l" marL="165100" indent="-165100">
              <a:lnSpc>
                <a:spcPts val="2295"/>
              </a:lnSpc>
              <a:spcAft>
                <a:spcPts val="100"/>
              </a:spcAft>
              <a:buSzPct val="100000"/>
              <a:buChar char="•"/>
            </a:pPr>
            <a:r>
              <a:rPr lang="en-US" sz="17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Reply to someone's @mention</a:t>
            </a:r>
            <a:endParaRPr lang="en-US" sz="1700" dirty="0"/>
          </a:p>
          <a:p>
            <a:pPr algn="l" marL="165100" indent="-165100">
              <a:lnSpc>
                <a:spcPts val="2295"/>
              </a:lnSpc>
              <a:spcAft>
                <a:spcPts val="100"/>
              </a:spcAft>
              <a:buSzPct val="100000"/>
              <a:buChar char="•"/>
            </a:pPr>
            <a:r>
              <a:rPr lang="en-US" sz="17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 Discussion</a:t>
            </a:r>
            <a:pPr algn="l" indent="0" marL="0">
              <a:lnSpc>
                <a:spcPts val="2295"/>
              </a:lnSpc>
              <a:spcAft>
                <a:spcPts val="100"/>
              </a:spcAft>
              <a:buNone/>
            </a:pPr>
            <a:r>
              <a:rPr lang="en-US" sz="1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(or reply to one)</a:t>
            </a:r>
            <a:endParaRPr lang="en-US" sz="1700" dirty="0"/>
          </a:p>
          <a:p>
            <a:pPr algn="l" marL="165100" indent="-165100">
              <a:lnSpc>
                <a:spcPts val="2295"/>
              </a:lnSpc>
              <a:spcAft>
                <a:spcPts val="100"/>
              </a:spcAft>
              <a:buSzPct val="100000"/>
              <a:buChar char="•"/>
            </a:pPr>
            <a:r>
              <a:rPr lang="en-US" sz="17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notification inbox</a:t>
            </a:r>
            <a:pPr algn="l" indent="0" marL="0">
              <a:lnSpc>
                <a:spcPts val="2295"/>
              </a:lnSpc>
              <a:spcAft>
                <a:spcPts val="100"/>
              </a:spcAft>
              <a:buNone/>
            </a:pPr>
            <a:r>
              <a:rPr lang="en-US" sz="1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handle notifications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55550" y="2938165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scenario: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3377952"/>
            <a:ext cx="2743200" cy="720923"/>
          </a:xfrm>
          <a:prstGeom prst="roundRect">
            <a:avLst>
              <a:gd name="adj" fmla="val 10570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55550" y="3397002"/>
            <a:ext cx="2743200" cy="0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051" y="3504754"/>
            <a:ext cx="2591002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Crop Planning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051" y="3770114"/>
            <a:ext cx="2591002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+ planting Issue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251" y="3377952"/>
            <a:ext cx="2743349" cy="720923"/>
          </a:xfrm>
          <a:prstGeom prst="roundRect">
            <a:avLst>
              <a:gd name="adj" fmla="val 10570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00251" y="3397002"/>
            <a:ext cx="2743349" cy="0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01752" y="3504754"/>
            <a:ext cx="2591154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 Equipment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01752" y="3770114"/>
            <a:ext cx="2591154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+ repair Issue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45101" y="3377952"/>
            <a:ext cx="2743349" cy="720923"/>
          </a:xfrm>
          <a:prstGeom prst="roundRect">
            <a:avLst>
              <a:gd name="adj" fmla="val 10570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045101" y="3397002"/>
            <a:ext cx="2743349" cy="0"/>
          </a:xfrm>
          <a:prstGeom prst="line">
            <a:avLst/>
          </a:prstGeom>
          <a:noFill/>
          <a:ln w="38100">
            <a:solidFill>
              <a:srgbClr val="4E9F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6602" y="3504754"/>
            <a:ext cx="2591154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 Livestock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46602" y="3770114"/>
            <a:ext cx="2591154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+ vet visit Issue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05036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 Challenges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early? Try these: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818680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your Watch setting to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"Custom"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pick specific notification types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Settings then Notifications and explore your email preferences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@mention two people in the same comment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Discussion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see if someone marks your answer as accepted</a:t>
            </a:r>
            <a:endParaRPr lang="en-US"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7558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Vocabulary Review</a:t>
            </a:r>
            <a:endParaRPr lang="en-US" sz="2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162780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your farm: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454944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kind of notifications would be most useful for you?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would you use an @mention vs. just adding a comment?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a question your farm team discusses often that could be a GitHub Discussion?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202335"/>
            <a:ext cx="8432899" cy="579239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4125" y="3202335"/>
            <a:ext cx="0" cy="579239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0401" y="3329136"/>
            <a:ext cx="8180755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to your partner and share your answers. (3 minutes)</a:t>
            </a:r>
            <a:endParaRPr lang="en-US" sz="1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191380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6: Basic Workflows &amp; Templates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97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time, you'll learn to create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templates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common farm tasks — so you never have to write the same Issue from scratch twice. Think of it like having pre-printed work order forms.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68619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between-session practice: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3138636"/>
            <a:ext cx="8432899" cy="1493044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your own repository (or the demo repo)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@mention a classmate in an Issue comment and have a short conversation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notification inbox daily — get used to the bell icon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or reply to a Discussion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3497" y="1277987"/>
            <a:ext cx="319700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Survey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83496" y="1909762"/>
            <a:ext cx="637686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fill out the 2-minute survey before you leave.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064050" y="2458938"/>
            <a:ext cx="1015901" cy="38100"/>
          </a:xfrm>
          <a:prstGeom prst="rect">
            <a:avLst/>
          </a:prstGeom>
          <a:solidFill>
            <a:srgbClr val="A5D6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81138" y="2750939"/>
            <a:ext cx="138157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74904" y="3198614"/>
            <a:ext cx="839419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now know how to stay connected with your farm team on GitHub — without checking constantly.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5: Notifications &amp; Team Communication</dc:title>
  <dc:subject>GitHub Training for Farmers — Session 5 of 12</dc:subject>
  <dc:creator>GitHub4Farms Training</dc:creator>
  <cp:lastModifiedBy>GitHub4Farms Training</cp:lastModifiedBy>
  <cp:revision>1</cp:revision>
  <dcterms:created xsi:type="dcterms:W3CDTF">2026-01-30T08:14:21Z</dcterms:created>
  <dcterms:modified xsi:type="dcterms:W3CDTF">2026-01-30T08:14:21Z</dcterms:modified>
</cp:coreProperties>
</file>