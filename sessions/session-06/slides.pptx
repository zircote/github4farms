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Let 2-3 learners answer. 'What if you could fill out a pre-printed form instead of writing everything from scratch?'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Show a repository with Issue Templates enabled. Click 'New Issue' to show the template chooser.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Walk through each step on the projector. Use 'Custom template'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Demo creating a saved reply, then using it in an Issue comment. Show the arrow icon in the comment toolbar.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Briefly show the template options when creating a new Project. Don't go deep — this is a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Demo the full workflow. After saving the template, go to Issues → New Issue to show the template chooser. Click the template to show the pre-filled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Pair learners. Distribute lab exercise handout. Learners will need to use their own repository (not the shared demo) since templates require Settings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Pause at checkpoint. "Raise your hand when you see your template in the Issue chooser."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Instructor note: Walk around and listen. Learners designing their own templates shows 'Create' level thinking (Bloom's highest level).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Workflows &amp; Templates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Reusable Processes So You Never Start from Scratch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4E9F3D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6!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far you've learned to: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 repositories (Session 1)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tasks with Issues (Session 2)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with Projects (Session 3)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Collaborate with Pull Requests (Session 4)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connected with notifications and @mentions (Session 5)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learn to create templates — pre-built forms so you never write the same thing from scratch twice.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 of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Question: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8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ever create the same type of work order over and over?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equipment checks?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planting tasks?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maintenance schedules?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Veterinary visit reports?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time do you spend re-writing the same kind of task each time?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3 of 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Repetitive tasks waste time and lose details.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the same type of Issue over and over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time, you forget to include some detail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people write the same task differently — no consistency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team members don't know what information to include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wish you had a standard form for common requests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GitHub could give you a pre-filled form every time you create a common task?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4 of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Issue Template?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Template = Pre-Printed Work Order Form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Issue Template is a form that pre-fills parts of a new Issue for you.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a blank page, you get: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pre-written title structure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sections (What happened? Where? How urgent?)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 already set up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automatically applied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 a pre-printed form at the vet's office — you fill in the blanks instead of writing everything on a blank sheet.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5 of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and After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43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template: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"Tractor problem"
</a:t>
            </a:r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Description: "The tractor isn't working right."
</a:t>
            </a:r>
            <a:pPr indent="0" marL="0">
              <a:buNone/>
            </a:pPr>
            <a:r>
              <a:rPr lang="en-US" sz="12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Missing: Which tractor? What's wrong? How urgent? Who should fix it?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CCCCCC">
                <a:alpha val="7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143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template: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150876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"Equipment Issue: John Deere 6120M — Engine stalls"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Equipment: John Deere 6120M Tractor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Engine stalls when idling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Equipment shed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Urgency: Medium — needs attention this week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taken: Checked oil, cleaned air filter
</a:t>
            </a:r>
            <a:pPr indent="0" marL="0">
              <a:buNone/>
            </a:pPr>
            <a:r>
              <a:rPr lang="en-US" sz="11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Parts needed  ☐ Manual consulted  ☐ Repair done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important detail, every time.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6 of 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of Templates on GitHub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47472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Farm Analogy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Pre-fills a new Issue with guided sections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Pre-printed work order form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Saved Reply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pre-written comment you can reuse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Stamp with a standard message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Pre-built project board with columns and settings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Ready-made seasonal planning board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we'll focus on Issue Templates and Saved Replies.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cover Project Templates in Session 9 (Advanced Projects).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7 of 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Templates: How They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someone creates a new Issue in a repository with templates, they see a choice: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a blank page, they see: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"Equipment Maintenance Request"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"Crop Issue Report"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"Livestock Health Record"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"General Task"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pick the one that fits, and the form appears with sections ready to fill in.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creating an Issue sees the templates — so even a new team member knows what information to provide.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8 of 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an Issue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an Issue Template: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Go to your repository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Click "Settings" (you need to be the repository owner)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Scroll down to "Features" section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Next to Issues, click "Set up templates"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Click "Add template" and choose a starter: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Bug report — Feature request — Custom template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Edit the template with your content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Click "Propose changes" then "Commit changes"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farm use: Choose "Custom template" so you can write sections that make sense for your farm.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9 of 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a Good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template has three parts: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Title format — e.g., "Equipment Issue: [Name] — [Problem]"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Guided sections — Prompts: What happened? Where? How urgent?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Checklist: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☐ Photos attached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☐ Parts identified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☐ Assigned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Write your template as if explaining to someone new on the farm.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information would they need to give you?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10 of 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Equipment Maintenance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name: Equipment Maintenance Request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6304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Equipment Information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Equipment name: [e.g., John Deere 6120M Tractor]
Location: [e.g., Equipment shed, Field 2]
Current hours/mileage: [if applicable]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Problem Description
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[Describe what's wrong or what maintenance is needed]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Urgency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Emergency  ☐ High (2 days)  ☐ Medium (this week)  ☐ Low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Checklist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Photo attached  ☐ Service manual consulted  ☐ Parts identified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Repair completed  ☐ Post-repair test done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11 of 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Crop Issue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name: Crop Issue Report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8229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46304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Field Information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name/number: [e.g., Field 3]
Crop: [e.g., Soybeans]
Growth stage: [e.g., V3, flowering, mature]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Issue Description
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[Describe what you're seeing — discoloration, pests, wilting, etc.]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Photos
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[Attach 1-2 photos of the issue]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Urgency
</a:t>
            </a:r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Immediate — crop at risk  ☐ This week  ☐ Monitor
</a:t>
            </a:r>
            <a:pPr indent="0" marL="0">
              <a:buNone/>
            </a:pPr>
            <a:r>
              <a:rPr lang="en-US" sz="1200" b="1" dirty="0">
                <a:solidFill>
                  <a:srgbClr val="1E51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Possible Causes / Action Taken
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[Your best guess or observations / Steps already taken]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12 of 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Replies: Stamp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Replies = Pre-Written Comments You Can Reuse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find yourself typing the same comment over and over, save it as a Saved Reply.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"Repair completed and tested. Closing this Issue."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"Parts ordered. Expected delivery: [date]. Will update when received."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"Reassigning to @[name] — this is in their area."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"Thank you for reporting this. I'll check on it today."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200" i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find: When typing a comment, look for the arrow icon near the comment box toolbar.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13 of 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Saved Reply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a Saved Reply: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Click your profile icon (top right) → "Settings"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Click "Saved replies" (left menu, under "Code, planning, and automation")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Click "Add a saved reply"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Give it a title (e.g., "Parts ordered")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Write the reply text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Click "Add saved reply"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use it: In any comment box, click the arrow icon in the toolbar and select your saved reply. Edit the [bracketed] parts before posting.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14 of 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Templates (Preview)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also has Project Templates — pre-built planning boards.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create a new Project, you can choose from starter templates: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— Todo / In Progress / Done columns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backlog — Columns with priority levels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Timeline-based planning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copy an existing Project to reuse your own custom board setup.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explore Project Templates in depth in Session 9 (Advanced Projects). For now, know they exist.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15 of 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Use Each Template Type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 Type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kind of Issue repeatedly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Equipment maintenance requests, crop issue reports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comment over and over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Saved Reply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"Parts ordered," "Repair completed," "Reassigning to..."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project board structure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Seasonal planning board, weekly task board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Issue Templates — they save the most time and ensure consistency.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16 of 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 Farm Issue Template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me:</a:t>
            </a:r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Go to repository Settings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Set up an Issue Template (Custom)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Fill in equipment maintenance sections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Save it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Create a new Issue using the template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800" b="1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— you'll build your own template next.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going to create your own Issue Template for a common farm task.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I'll walk through each step. Follow along on your screen.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get stuck: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Ask your partner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Raise your hand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b="1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always edit or delete a template later — so don't worry about getting it perfect.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Steps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along with me: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Go to your own repository (you need to be the owner)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Click "Settings"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Scroll to "Features" → next to Issues, click "Set up templates"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Click "Add template" → choose "Custom template"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Fill in: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Name: "Equipment Maintenance Request"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About: "Use this template to report equipment issues"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Content: Copy from your handout (or write your own)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Click "Propose changes"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Click "Commit changes"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Checkpoint: Go to Issues tab → "New Issue" — you should see your template listed.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19 of 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design your own farm templates from scratch!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Create farm templates that save your team time.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4114800" cy="2103120"/>
          </a:xfrm>
          <a:prstGeom prst="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63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1: Create 2 Issue Templates (20 min)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2 from: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Equipment Maintenance Request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Crop Issue Report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Livestock Health Record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Safety Inspection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Seasonal Planning Task
</a:t>
            </a:r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Supply Order Request
</a:t>
            </a:r>
            <a:pPr indent="0" marL="0">
              <a:buNone/>
            </a:pPr>
            <a:r>
              <a:rPr lang="en-US" sz="11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template needs: 3+ sections, 1+ checklist, urgency levels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4114800" cy="100584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463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2: Create 2 Saved Replies (5 min)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8288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"Repair completed," "Parts ordered," "Reassigning," "Thank you for reporting"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2560320"/>
            <a:ext cx="4114800" cy="1143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CCCCC">
                <a:alpha val="7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3: Test Your Templates (10 min)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92608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Create a new Issue using a template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Fill in blanks with a real scenario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Use a Saved Reply to comment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703320"/>
            <a:ext cx="8595360" cy="411480"/>
          </a:xfrm>
          <a:prstGeom prst="rect">
            <a:avLst>
              <a:gd name="adj" fmla="val 11111"/>
            </a:avLst>
          </a:prstGeom>
          <a:solidFill>
            <a:srgbClr val="1E512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03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Success:  ☐ 2+ Issue Templates   ☐ Guided sections &amp; checklists   ☐ 2+ Saved Replies   ☐ Tested a template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21 of 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Challenges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Try these: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third Issue Template for a different farm category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default labels to your templates (in the template settings)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 for your own farm and add all your templates to it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a classmate design a template for their specific farm needs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22 of 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Term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Farm Analogy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1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Pre-printed work order form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Pre-filled Issue form with guided sections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Saved Reply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Rubber stamp message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Pre-written comment you can insert anywhere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Ready-made planning board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Pre-built project board structure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Template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own form design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template you design from scratch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 Chooser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Stack of forms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1400" dirty="0">
                          <a:solidFill>
                            <a:srgbClr val="2C2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menu shown when creating a new Issue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E9F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23 of 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the 3 most common types of tasks you create repeatedly?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information do you always need for those tasks?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else on your farm would benefit from having templates?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 (3 minutes)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6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Sketch out a template for your farm's most common recurring task — what sections would it have?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24 of 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51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7: Introduction to GitHub Actions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time, you'll learn how GitHub can automatically do things for you — like sending a reminder when an equipment check is due, or notifying the team when a task is overdue. No coding required!</a:t>
            </a: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another Issue Template to your repository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your templates to create a few real farm Issues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using a Saved Reply when commenting on an Issue</a:t>
            </a:r>
            <a:endParaRPr lang="en-US" sz="1800" dirty="0"/>
          </a:p>
          <a:p>
            <a:pPr marL="342900" indent="-342900">
              <a:lnSpc>
                <a:spcPct val="120000"/>
              </a:lnSpc>
              <a:spcBef>
                <a:spcPts val="400"/>
              </a:spcBef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what farm tasks you'd like to automate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6 of 12 — GitHub Training for Farmers  |  Slide 25 of 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survey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leave.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0" y="2743200"/>
            <a:ext cx="2743200" cy="54864"/>
          </a:xfrm>
          <a:prstGeom prst="rect">
            <a:avLst/>
          </a:prstGeom>
          <a:solidFill>
            <a:srgbClr val="4E9F3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F1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know how to create reusable templates that save time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ensure consistency on your farm.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6: Basic Workflows &amp; Templates</dc:title>
  <dc:subject>Building Reusable Processes So You Never Start from Scratch</dc:subject>
  <dc:creator>GitHub Training for Farmers</dc:creator>
  <cp:lastModifiedBy>GitHub Training for Farmers</cp:lastModifiedBy>
  <cp:revision>1</cp:revision>
  <dcterms:created xsi:type="dcterms:W3CDTF">2026-01-30T16:53:42Z</dcterms:created>
  <dcterms:modified xsi:type="dcterms:W3CDTF">2026-01-30T16:53:42Z</dcterms:modified>
</cp:coreProperties>
</file>