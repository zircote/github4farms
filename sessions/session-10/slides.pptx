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20815" y="1470273"/>
            <a:ext cx="410237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Basics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149349" y="2051149"/>
            <a:ext cx="484530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Assistant for Farm Task Writing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10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37088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Back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10!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You've built a strong foundation: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Repositories, Issues, Projects, Pull Requests (Sessions 1-4)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Notifications, templates, automation (Sessions 5-8)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project roadmaps (Session 9)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76699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876699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003500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meet your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writing assistant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tool that helps you draft task descriptions faster.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1221" y="1746498"/>
            <a:ext cx="8601557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you ever stared at a blank Issue and thought, "I know what needs doing, but writing it all out takes forever"?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928217" y="2627263"/>
            <a:ext cx="5287566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Describing every step of spring planting prep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a full equipment maintenance checklist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Detailing a livestock vaccination schedule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6045" y="3883372"/>
            <a:ext cx="8311762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had a helper who could write a first draft for you?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7193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GitHub Copilot?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= A Knowledgeable Farmhand Who Suggests What to Write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say: "I need a spring planting prep checklist."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suggests: "Step 1: Test soil. Step 2: Order seeds. Step 3: Calibrate planter..."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reads what you've started typing and offers the next words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draft entire Issue descriptions from a short prompt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right inside GitHub — no extra software needed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4156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Copilot CAN 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is good at: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Issue descriptions from a short prompt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Suggesting checklists and step-by-step task breakdowns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Filling in common details you might forget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you organize thoughts into a clear structure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faster than typing everything from scratch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farmhand who has read many farming books and can suggest what to include in your work orders.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15246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Copilot CANNOT 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does NOT: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specific farm, fields, animals, or equipment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your farming knowledge and experience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accuracy — it can suggest wrong information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decisions about what tasks to prioritize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local conditions, soil type, or climate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farmhand is knowledgeable but brand new to YOUR farm. Check their work and correct what doesn't fit.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50647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+ AI Partnership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2445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Access Copilot in GitHub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Accessing Copilot on the Web: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your repository on GitHub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issue"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description box, look for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icon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(sparkle icon)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icon or start typing for suggestions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may also see Copilot in Pull Request descriptions, comment boxes, and the Copilot Chat sidebar.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85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Good Prompts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prompt is what you type to tell Copilot what you need.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secret: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 and provide context.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5221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Tips for Better Prompts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432899" cy="250805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Name the task, crop, animal, or equipment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context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Farm size, location, or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format you want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"Write a checklist" or "Create a step-by-step plan"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key details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Dates, quantities, field names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what's missing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"Include supplies needed" or "Add time estimates"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376490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giving directions to a new farmhand.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clearer your instructions, the better they can help.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5187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Drafting a Farm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use Copilot to draft a spring planting prep Issue.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my demo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issue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title: "Spring Planting Prep - North Field"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Copilot to generate a draft description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draft for accuracy and completeness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draft to fit my specific farm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2980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you'll do this yourself next.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4200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 Copilot's Output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Copilot gives you a draft, ask three questions: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Is it ACCURATE?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the facts correct? Steps in the right order?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Is it COMPLETE?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Did it cover all the steps? Anything missing?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487364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Is it RELEVANT to MY farm?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 it match my crops, animals, equipment, and local conditions?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26543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reviewing a new farmhand's work.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it over and make corrections.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18152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Example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drafted this for "spring planting prep":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7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soil pH | Order seeds | Calibrate planter | Check irrigation | Prepare herbicide schedule | Schedule field crew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55550" y="229210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Farmer's evaluation: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744539"/>
            <a:ext cx="8432899" cy="14549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Accurate?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Mostly — but we do no-till, so change "herbicide" to "cover crop termination"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Complete?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Missing: seed treatment check, crop insurance paperwork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Relevant?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We're dryland — remove irrigation step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432628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good starting point, but needs editing.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6069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Copilot Drafts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Edit a Copilot Draft: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parts that are correct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anything wrong or irrelevant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own farm-specific details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Reorder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steps need a different sequence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context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field names, equipment, deadlines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gives you raw material;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shape it for YOUR farm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02828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Is AI Most Helpful?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saves time when: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Long, detailed checklists with many steps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WHAT to do but struggle WRITING it out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past a blank page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3859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manually is better when: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Short, simple tasks ("Fix fence post in north pasture")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Highly specific tasks only you understand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notes that don't need structure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09766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task, two approaches: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farm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Issue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Copilot to generate a draft description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the draft (accurate? complete? relevant?)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draft to fit your farm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lab exercise handout to Part 1.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401850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wrong answers — you're learning to work WITH an AI tool.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742844" y="1192560"/>
            <a:ext cx="16581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485839" y="1982986"/>
            <a:ext cx="2172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15 minutes.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74904" y="2414588"/>
            <a:ext cx="83941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create Issues both WITH and WITHOUT Copilot and compare.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969094" y="3150989"/>
            <a:ext cx="320581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scenario: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2626775" y="3582591"/>
            <a:ext cx="38904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manual writing vs. Copilot-assisted writing.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Choose: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an Issue description manually (no Copilot) — 10 min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Copilot to draft an Issue for a related task — 10 min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was faster? More complete? Which did you prefer?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would you use Copilot on your farm?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3931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Sharing Your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see what you created.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found that Copilot saved them time? How much?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found something Copilot got wrong?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preferred the manual version? Why?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the most useful thing Copilot suggested?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4043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24043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367236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wrong answers — the goal is understanding when AI helps and when it doesn't.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020406" y="1444526"/>
            <a:ext cx="310304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5550" y="1948309"/>
            <a:ext cx="8432899" cy="17805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task description would save you the most time if Copilot helped draft it?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you explain Copilot to a fellow farmer?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would you trust Copilot's suggestions, and when would you write from scratch?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19125" y="3893790"/>
            <a:ext cx="7905601" cy="63058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47700" y="3893790"/>
            <a:ext cx="0" cy="63058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9045" y="4020592"/>
            <a:ext cx="7642911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</a:t>
            </a:r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minutes)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11: GitHub Spark &amp; Copilot Agents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advanced AI tools that can follow multi-step instructions — like upgrading from a farmhand who suggests text to one who can take on whole tasks.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Copilot to draft at least one real Issue for your farm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different prompts and compare results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evaluating and editing Copilot drafts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31986" y="1252686"/>
            <a:ext cx="2080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064050" y="1985963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601182" y="2277963"/>
            <a:ext cx="59416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have an AI writing assistant at your fingertips.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74904" y="2706588"/>
            <a:ext cx="83941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won't replace your farming expertise, but it can save you time on the paperwork.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74988" y="3538389"/>
            <a:ext cx="719402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feedback survey before you leave.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10: GitHub Copilot Basics</dc:title>
  <dc:subject>GitHub Training for Farmers — Session 10 of 12</dc:subject>
  <dc:creator>GitHub4Farms Training</dc:creator>
  <cp:lastModifiedBy>GitHub4Farms Training</cp:lastModifiedBy>
  <cp:revision>1</cp:revision>
  <dcterms:created xsi:type="dcterms:W3CDTF">2026-01-30T09:08:24Z</dcterms:created>
  <dcterms:modified xsi:type="dcterms:W3CDTF">2026-01-30T09:08:24Z</dcterms:modified>
</cp:coreProperties>
</file>