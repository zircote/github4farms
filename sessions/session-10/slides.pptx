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20815" y="1470273"/>
            <a:ext cx="410237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Basics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149349" y="2051149"/>
            <a:ext cx="484530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Assistant for Farm Task Writing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10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3708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10!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You've built a strong foundation: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Repositories, Issues, Projects, Pull Requests (Sessions 1-4)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Notifications, templates, automation (Sessions 5-8)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project roadmaps (Session 9)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76699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876699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003500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meet your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writing assistant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tool that helps you draft task descriptions faster.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74904" y="1936700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 ever stared at a blank Issue and thought, “I know what needs doing, but writing it all out takes forever”?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70943" y="2597051"/>
            <a:ext cx="5001964" cy="95235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every step of spring planting prep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full equipment maintenance checklist</a:t>
            </a:r>
            <a:endParaRPr lang="en-US" sz="18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Detailing a livestock vaccination schedule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1273" y="3727103"/>
            <a:ext cx="68013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had a helper who could write a first draft for you?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719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GitHub Copilot?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= A Knowledgeable Farmhand Who Suggests What to Write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say: "I need a spring planting prep checklist."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suggests: "Step 1: Test soil. Step 2: Order seeds. Step 3: Calibrate planter..."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reads what you've started typing and offers the next words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draft entire Issue descriptions from a short prompt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right inside GitHub — no extra software needed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415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Copilot CAN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is good at: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Issue descriptions from a short prompt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Suggesting checklists and step-by-step task breakdowns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in common details you might forget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you organize thoughts into a clear structure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faster than typing everything from scratch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farmhand who has read many farming books and can suggest what to include in your work orders.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524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Copilot CANNOT 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does NOT: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specific farm, fields, animals, or equipment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farming knowledge and experience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accuracy — it can suggest wrong information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about what tasks to prioritize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local conditions, soil type, or climate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farmhand is knowledgeable but brand new to YOUR farm. Check their work and correct what doesn't fit.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450647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+ AI Partnership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4105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Think About Copilot: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154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71154"/>
            <a:ext cx="277195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4802" y="1371154"/>
            <a:ext cx="5622238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07505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01379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07505"/>
            <a:ext cx="277195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(the farmer)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4802" y="1707505"/>
            <a:ext cx="562223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farm, set priorities, make decisions, verify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18556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32484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8556"/>
            <a:ext cx="277195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(the helper)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74802" y="2018556"/>
            <a:ext cx="562223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drafts, fills in structure, saves typing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38035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results come from working together: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710458"/>
            <a:ext cx="8229600" cy="679252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provide the context (“I need a spring planting checklist for my 40-acre corn field”)</a:t>
            </a:r>
            <a:endParaRPr lang="en-US" sz="14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drafts a suggestion</a:t>
            </a:r>
            <a:endParaRPr lang="en-US" sz="140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review, edit, and approve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5311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knowledge + Copilot’s speed = better task descriptions in less time.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2445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Access Copilot in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Copilot on the Web: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repository on GitHub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issue"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description box, look for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icon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(sparkle icon)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icon or start typing for suggestions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also see Copilot in Pull Request descriptions, comment boxes, and the Copilot Chat sidebar.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3585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Good Prompts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1560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is what you type to tell Copilot what you need.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33054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secret: </a:t>
            </a:r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and provide context.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50504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650504"/>
            <a:ext cx="225384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66851" y="1650504"/>
            <a:ext cx="6140348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86855"/>
            <a:ext cx="8229600" cy="51107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493169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6855"/>
            <a:ext cx="225384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“planting”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66851" y="1986855"/>
            <a:ext cx="6140348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an Issue for spring planting prep on a 40-acre corn farm, including soil testing and equipment calibration”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497931"/>
            <a:ext cx="8229600" cy="5110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004245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97931"/>
            <a:ext cx="225384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tractor”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66851" y="2497931"/>
            <a:ext cx="6140348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“Create a checklist for annual tractor maintenance: oil change, filters, tires, hydraulics for a John Deere 6M”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009007"/>
            <a:ext cx="8229600" cy="51107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35153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09007"/>
            <a:ext cx="2253844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“vaccinate cows”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66851" y="3009007"/>
            <a:ext cx="6140348" cy="50155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“Draft a vaccination schedule for 50-head beef cattle: spring boosters, deworming, state health certificates”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5221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Tips for Better Prompts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432899" cy="250805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Name the task, crop, animal, or equipment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context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Farm size, location, or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format you want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"Write a checklist" or "Create a step-by-step plan"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key details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Dates, quantities, field names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what's missing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"Include supplies needed" or "Add time estimates"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376490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giving directions to a new farmhand.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clearer your instructions, the better they can help.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5187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Drafting a Farm Issue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use Copilot to draft a spring planting prep Issue.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my demo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issue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title: "Spring Planting Prep - North Field"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Copilot to generate a draft description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draft for accuracy and completeness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draft to fit my specific farm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2980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you'll do this yourself next.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4200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Copilot's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Copilot gives you a draft, ask three questions: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Is it ACCURATE?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 facts correct? Steps in the right order?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 it COMPLETE?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Did it cover all the steps? Anything missing?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487364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Is it RELEVANT to MY farm?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it match my crops, animals, equipment, and local conditions?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26543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reviewing a new farmhand's work.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it over and make corrections.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1815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drafted this for "spring planting prep":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soil pH | Order seeds | Calibrate planter | Check irrigation | Prepare herbicide schedule | Schedule field crew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5550" y="229210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Farmer's evaluation: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744539"/>
            <a:ext cx="8432899" cy="14549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Accurate?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Mostly — but we do no-till, so change "herbicide" to "cover crop termination"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Complete?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Missing: seed treatment check, crop insurance paperwork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Relevant?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We're dryland — remove irrigation step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432628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good starting point, but needs editing.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6069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Copilot Drafts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Edit a Copilot Draft: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parts that are correct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anything wrong or irrelevant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own farm-specific details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steps need a different sequence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context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field names, equipment, deadlines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gives you raw material;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shape it for YOUR farm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0282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AI Most Helpful?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saves time when: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detailed checklists with many steps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WHAT to do but struggle WRITING it out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past a blank page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385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manually is better when: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simple tasks ("Fix fence post in north pasture")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specific tasks only you understand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notes that don't need structure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40976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4105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task, two approaches: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83953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04851" y="1383953"/>
            <a:ext cx="341970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(No Copilot)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57502" y="1383953"/>
            <a:ext cx="341970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0304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02659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0304"/>
            <a:ext cx="14766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04851" y="1720304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 min typing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502" y="1720304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min prompt + 5 min editing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031355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233764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31355"/>
            <a:ext cx="14766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04851" y="2031355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every step yourself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502" y="2031355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suggests, you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342406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264869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42406"/>
            <a:ext cx="14766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04851" y="2342406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what you want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502" y="2342406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draft that needs your edits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653457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2959745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53457"/>
            <a:ext cx="14766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4851" y="2653457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unique tasks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502" y="2653457"/>
            <a:ext cx="341970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structured checklists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farm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Issue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Copilot to generate a draft description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draft (accurate? complete? relevant?)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draft to fit your farm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lab exercise handout to Part 1.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401850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wrong answers — you're learning to work WITH an AI tool.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2844" y="1192560"/>
            <a:ext cx="1658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85839" y="1982986"/>
            <a:ext cx="217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15 minutes.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" y="2414588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create Issues both WITH and WITHOUT Copilot and compare.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69094" y="3150989"/>
            <a:ext cx="32058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scenario: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626775" y="3582591"/>
            <a:ext cx="38904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manual writing vs. Copilot-assisted writing.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an Issue description manually (no Copilot) — 10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Copilot to draft an Issue for a related task — 10 min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was faster? More complete? Which did you prefer?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would you use Copilot on your farm?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3931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Your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what you created.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found that Copilot saved them time? How much?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found something Copilot got wrong?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preferred the manual version? Why?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most useful thing Copilot suggested?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4043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4043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67236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wrong answers — the goal is understanding when AI helps and when it doesn't.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1314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4105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terms from today: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83953"/>
            <a:ext cx="8229600" cy="336352"/>
          </a:xfrm>
          <a:prstGeom prst="roundRect">
            <a:avLst>
              <a:gd name="adj" fmla="val 15103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83953"/>
            <a:ext cx="2383334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93802" y="1383953"/>
            <a:ext cx="6010858" cy="336352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0304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02659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0304"/>
            <a:ext cx="238333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93802" y="1720304"/>
            <a:ext cx="601085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that suggests text and drafts based on what you 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031355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337643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31355"/>
            <a:ext cx="238333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93802" y="2031355"/>
            <a:ext cx="601085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you give Copilot to tell it what you need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342406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2648694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42406"/>
            <a:ext cx="238333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93802" y="2342406"/>
            <a:ext cx="601085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Copilot generates for you to review and 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653457"/>
            <a:ext cx="8229600" cy="3110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7200" y="2959745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53457"/>
            <a:ext cx="238333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93802" y="2653457"/>
            <a:ext cx="601085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output for accuracy, completeness, and relevance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964507"/>
            <a:ext cx="8229600" cy="31105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3270796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64507"/>
            <a:ext cx="2383334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93802" y="2964507"/>
            <a:ext cx="6010858" cy="301526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helps with tasks but requires human oversight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20406" y="1444526"/>
            <a:ext cx="310304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550" y="1948309"/>
            <a:ext cx="8432899" cy="17805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task description would save you the most time if Copilot helped draft it?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you explain Copilot to a fellow farmer?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you trust Copilot's suggestions, and when would you write from scratch?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19125" y="3893790"/>
            <a:ext cx="7905601" cy="63058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7700" y="3893790"/>
            <a:ext cx="0" cy="63058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045" y="4020592"/>
            <a:ext cx="7642911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</a:t>
            </a:r>
            <a:pPr algn="ctr" indent="0" marL="0">
              <a:lnSpc>
                <a:spcPts val="29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2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 minutes)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11: GitHub Spark &amp; Copilot Agents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advanced AI tools that can follow multi-step instructions — like upgrading from a farmhand who suggests text to one who can take on whole tasks.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Copilot to draft at least one real Issue for your farm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different prompts and compare results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evaluating and editing Copilot drafts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1986" y="1252686"/>
            <a:ext cx="20800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64050" y="1985963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01182" y="2277963"/>
            <a:ext cx="59416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an AI writing assistant at your fingertips.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74904" y="2706588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won't replace your farming expertise, but it can save you time on the paperwork.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4988" y="3538389"/>
            <a:ext cx="71940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feedback survey before you leave.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10: GitHub Copilot Basics</dc:title>
  <dc:subject>GitHub Training for Farmers — Session 10 of 12</dc:subject>
  <dc:creator>GitHub4Farms Training</dc:creator>
  <cp:lastModifiedBy>GitHub4Farms Training</cp:lastModifiedBy>
  <cp:revision>1</cp:revision>
  <dcterms:created xsi:type="dcterms:W3CDTF">2026-01-30T16:30:56Z</dcterms:created>
  <dcterms:modified xsi:type="dcterms:W3CDTF">2026-01-30T16:30:56Z</dcterms:modified>
</cp:coreProperties>
</file>