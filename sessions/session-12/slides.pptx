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05097" y="1470273"/>
            <a:ext cx="533365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&amp; Train-the-Trainer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919365" y="2051149"/>
            <a:ext cx="530527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All Together and Teaching Others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064050" y="2574875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87884" y="3095327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12 of 12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87884" y="3384203"/>
            <a:ext cx="256823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400"/>
              </a:spcAft>
              <a:buNone/>
            </a:pPr>
            <a:r>
              <a:rPr lang="en-US" sz="1600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Training for Farmers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07619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Congratulations — You Made It!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97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sessions ago, many of you had never heard of GitHub. Today, you're about to build a complete farm management system — and teach someone else how to use it.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223376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session has two parts: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686199"/>
            <a:ext cx="8432899" cy="10912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Build a complete farm repository using every skill you've learned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Train-the-Trainer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Practice teaching a GitHub concept to a peer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90420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is 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day. Less instruction from me, more creation from you.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30769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 for YOUR Farm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you could set up a new farm management system from scratch — on your own?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908125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growing season? Build a fresh project board with timelines.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employee joining the farm? Teach them the system.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Neighboring farmer asks how you stay organized? Show them.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164235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test of learning is doing it independently — and then helping someone else do it too.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609450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Learning Journey: Sessions 1-11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964853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how far you've come: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253728"/>
            <a:ext cx="8229600" cy="298252"/>
          </a:xfrm>
          <a:prstGeom prst="roundRect">
            <a:avLst>
              <a:gd name="adj" fmla="val 17033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253728"/>
            <a:ext cx="828854" cy="2982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69802" y="1253728"/>
            <a:ext cx="3808324" cy="2982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Learned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03453" y="1253728"/>
            <a:ext cx="3757014" cy="298252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Analogy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551980"/>
            <a:ext cx="8229600" cy="25717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180439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551980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69802" y="1551980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navigation &amp; repositories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03453" y="1551980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digital farm office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1809155"/>
            <a:ext cx="8229600" cy="2571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061567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1809155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69802" y="1809155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&amp; task tracking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03453" y="1809155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orders for the farm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2066330"/>
            <a:ext cx="8229600" cy="25717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7200" y="231874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066330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69802" y="2066330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organization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03453" y="2066330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farm planning board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2323505"/>
            <a:ext cx="8229600" cy="2571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57200" y="2575917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2323505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69802" y="2323505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&amp; collaboration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03453" y="2323505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Reviewing a farmhand's work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2580680"/>
            <a:ext cx="8229600" cy="25717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57200" y="283309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580680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269802" y="2580680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&amp; communication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03453" y="2580680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radio / bulletin board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7200" y="2837855"/>
            <a:ext cx="8229600" cy="2571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457200" y="3090267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837855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269802" y="2837855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 &amp; standardization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03453" y="2837855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Pre-printed work order forms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457200" y="3095030"/>
            <a:ext cx="8229600" cy="25717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457200" y="334744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3095030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1269802" y="3095030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&amp; configuration basics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03453" y="3095030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Recipes for automation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" y="3352205"/>
            <a:ext cx="8229600" cy="2571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457200" y="3604617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3352205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269802" y="3352205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&amp; automation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003453" y="3352205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irrigation timer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3609380"/>
            <a:ext cx="8229600" cy="25717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57200" y="386179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3609380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269802" y="3609380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Projects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003453" y="3609380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master farm calendar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3866555"/>
            <a:ext cx="8229600" cy="25717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457200" y="4118967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7200" y="3866555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1269802" y="3866555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003453" y="3866555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writing assistant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57200" y="4123730"/>
            <a:ext cx="8229600" cy="25717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Shape 58"/>
          <p:cNvSpPr/>
          <p:nvPr/>
        </p:nvSpPr>
        <p:spPr>
          <a:xfrm>
            <a:off x="457200" y="437614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4123730"/>
            <a:ext cx="82885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1269802" y="4123730"/>
            <a:ext cx="380832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 &amp; Copilot Agents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003453" y="4123730"/>
            <a:ext cx="3757014" cy="24765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digital farmhand team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457200" y="4431655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You combine ALL of these into one complete system.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44493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Project: The Big Picture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challenge: Build a complete farm repository from scratch.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it as building a brand-new farm office. You need: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building (repository)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filing system (Issues and labels)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planning wall (Project board with views)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order forms (Issue templates)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schedule (iterations and Timeline view)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helper (at least one Copilot-drafted Issue)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87344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Requirements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completed repository must include: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58425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descriptive name and README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Issues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4+ custom labels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1+ Issue template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recurring tasks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board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custom fields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(weekly or monthly sprints)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 view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view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Copilot-drafted Issue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(prompt, generate, evaluate, edit)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58046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Scenario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scenario that matches your operation: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 Diversified Crop Farm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Planting schedules, soil testing, harvest planning, equipment prep, crop rotation.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360563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 Equipment Fleet Management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Maintenance, inspections, repairs, seasonal readiness for all equipment.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138636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 Livestock Operation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Animal health, feeding, breeding records, vet visits, facility maintenance.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55550" y="3916710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create your own scenario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based on your actual farm.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26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30088"/>
            <a:ext cx="395648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Rubric Overview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863352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your capstone will be assessed: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126778"/>
            <a:ext cx="8229600" cy="253901"/>
          </a:xfrm>
          <a:prstGeom prst="roundRect">
            <a:avLst>
              <a:gd name="adj" fmla="val 20008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126778"/>
            <a:ext cx="1347115" cy="2539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77901" y="1126778"/>
            <a:ext cx="1761693" cy="2539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Excellent (4)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05051" y="1126778"/>
            <a:ext cx="1761845" cy="2539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(3)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32350" y="1126778"/>
            <a:ext cx="1761693" cy="2539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Developing (2)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59501" y="1126778"/>
            <a:ext cx="1761845" cy="25390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Beginning (1)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380679"/>
            <a:ext cx="8229600" cy="39052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57200" y="176644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1380679"/>
            <a:ext cx="134711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Setup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77901" y="1380679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README, clear description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05051" y="1380679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and README present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2350" y="1380679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Created, minimal README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959501" y="1380679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exists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1771204"/>
            <a:ext cx="8229600" cy="3905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57200" y="215696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1771204"/>
            <a:ext cx="134711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(5+)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777901" y="1771204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Detailed, labeled, well-written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505051" y="1771204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Adequate detail, most labeled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32350" y="1771204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Issues, few labels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59501" y="1771204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than 3 Issues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2161729"/>
            <a:ext cx="8229600" cy="39052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57200" y="254749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161729"/>
            <a:ext cx="134711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Board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777901" y="2161729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+ Timeline, custom fields, iterations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5051" y="2161729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with some custom fields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32350" y="2161729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Board, default settings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959501" y="2161729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board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2552254"/>
            <a:ext cx="8229600" cy="3905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457200" y="293801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2552254"/>
            <a:ext cx="134711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777901" y="2552254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Works, matches farm needs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05051" y="2552254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with most fields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32350" y="2552254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template exists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59501" y="2552254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template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2942779"/>
            <a:ext cx="8229600" cy="390525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457200" y="332854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200" y="2942779"/>
            <a:ext cx="134711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Use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777901" y="2942779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Drafted, evaluated, edited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505051" y="2942779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and edited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32350" y="2942779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Drafted only, no edits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959501" y="2942779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Copilot use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57200" y="3333304"/>
            <a:ext cx="8229600" cy="3905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457200" y="3719066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333304"/>
            <a:ext cx="134711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Coherence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777901" y="3333304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pieces work as real system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505051" y="3333304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pieces connected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232350" y="3333304"/>
            <a:ext cx="1761693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but not integrated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959501" y="3333304"/>
            <a:ext cx="1761845" cy="381000"/>
          </a:xfrm>
          <a:prstGeom prst="rect">
            <a:avLst/>
          </a:prstGeom>
          <a:noFill/>
          <a:ln/>
        </p:spPr>
        <p:txBody>
          <a:bodyPr wrap="square" lIns="88900" tIns="38100" rIns="889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elements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3749129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score: 18+ out of 24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84372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Started: Your First 5 Minutes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432899" cy="1866305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repository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it something descriptive (e.g.,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"Add a README file"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"Create repository"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the README to describe your farm in 2-3 sentences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3123158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should be at this point within 5 minutes.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move to creating Issues.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9254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 Time Begins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have 50 minutes for capstone work. Suggested order: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 + README (5 min)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labels (5 min)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5+ Issues, including 1 with Copilot (15 min)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an Issue template (5 min)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Project board with custom fields (10 min)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iterations and Timeline view (10 min)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29807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stuck: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Check your handout, ask your partner, or raise your hand.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526352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Work Time (continued)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1803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check — where should you be?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60004"/>
            <a:ext cx="8229600" cy="326827"/>
          </a:xfrm>
          <a:prstGeom prst="roundRect">
            <a:avLst>
              <a:gd name="adj" fmla="val 15543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460004"/>
            <a:ext cx="2253844" cy="32682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Elapsed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66851" y="1460004"/>
            <a:ext cx="6140348" cy="32682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Should Have Completed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86830"/>
            <a:ext cx="8229600" cy="31105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57200" y="2093119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786830"/>
            <a:ext cx="225384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66851" y="1786830"/>
            <a:ext cx="6140348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Repository, README, labels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097881"/>
            <a:ext cx="8229600" cy="3110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57200" y="240417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97881"/>
            <a:ext cx="225384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66851" y="2097881"/>
            <a:ext cx="6140348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Issues created (including 1 Copilot-drafted)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2408932"/>
            <a:ext cx="8229600" cy="31105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7200" y="271522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408932"/>
            <a:ext cx="225384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minutes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66851" y="2408932"/>
            <a:ext cx="6140348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Issues, Issue template created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2719983"/>
            <a:ext cx="8229600" cy="3110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57200" y="302627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719983"/>
            <a:ext cx="225384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minutes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666851" y="2719983"/>
            <a:ext cx="6140348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board with custom fields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3031034"/>
            <a:ext cx="8229600" cy="31105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57200" y="3337322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031034"/>
            <a:ext cx="225384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666851" y="3031034"/>
            <a:ext cx="6140348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Iterations, Timeline view, final review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3443585"/>
            <a:ext cx="83941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Remember: Done is better than perfect. A working system you'll actually use beats a polished system you won't.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742844" y="1408361"/>
            <a:ext cx="165816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600" b="1" dirty="0">
                <a:solidFill>
                  <a:srgbClr val="1E51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485839" y="2198787"/>
            <a:ext cx="2172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15 minutes.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74904" y="2630388"/>
            <a:ext cx="8394192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we come back: finish capstone work (10 min), then Train-the-Trainer.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573161" y="3366790"/>
            <a:ext cx="79976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about:</a:t>
            </a:r>
            <a:pPr algn="ctr" indent="0" marL="0"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21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Which GitHub skill are you most confident teaching?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21637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Capstone Work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more minutes to polish your capstone.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time to: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any gaps on the checklist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sure your Timeline view shows your Issues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your Copilot-drafted Issue — did you evaluate and edit it?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any final details to your README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done, self-check using the rubric on your handout.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41162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Train-the-Trainer: Why Teaching Matters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way to prove you know something is to teach it.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farm, you teach all the time: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Showing a new hire how to operate equipment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your kids how to check on livestock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Explaining your irrigation schedule to a neighbor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skills apply to GitHub.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 can teach a concept clearly, you truly understand it.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4102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271314"/>
            <a:ext cx="455869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4-Step Teaching Method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91803"/>
            <a:ext cx="83941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teaching any skill, follow these four steps: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460004"/>
            <a:ext cx="8229600" cy="326827"/>
          </a:xfrm>
          <a:prstGeom prst="roundRect">
            <a:avLst>
              <a:gd name="adj" fmla="val 15543"/>
            </a:avLst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460004"/>
            <a:ext cx="1476604" cy="32682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904851" y="1460004"/>
            <a:ext cx="3290215" cy="32682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30552" y="1460004"/>
            <a:ext cx="3627373" cy="326827"/>
          </a:xfrm>
          <a:prstGeom prst="rect">
            <a:avLst/>
          </a:prstGeom>
          <a:noFill/>
          <a:ln/>
        </p:spPr>
        <p:txBody>
          <a:bodyPr wrap="square" lIns="88900" tIns="63500" rIns="88900" bIns="635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 Example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786830"/>
            <a:ext cx="8229600" cy="311051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57200" y="2093119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86830"/>
            <a:ext cx="147660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04851" y="1786830"/>
            <a:ext cx="3290215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while they watch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30552" y="1786830"/>
            <a:ext cx="3627373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“Watch me start the tractor”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2097881"/>
            <a:ext cx="8229600" cy="31105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57200" y="2404170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097881"/>
            <a:ext cx="1476604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EXPLAIN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904851" y="2097881"/>
            <a:ext cx="3290215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through WHY each step matters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30552" y="2097881"/>
            <a:ext cx="3627373" cy="301526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check the oil first because...”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2408932"/>
            <a:ext cx="8229600" cy="511076"/>
          </a:xfrm>
          <a:prstGeom prst="rect">
            <a:avLst/>
          </a:prstGeom>
          <a:solidFill>
            <a:srgbClr val="F4F1D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7200" y="2915245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408932"/>
            <a:ext cx="1476604" cy="5015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LET THEM TRY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904851" y="2408932"/>
            <a:ext cx="3290215" cy="5015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over control, let them practice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30552" y="2408932"/>
            <a:ext cx="3627373" cy="5015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“Now you start it”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2920008"/>
            <a:ext cx="8229600" cy="51107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57200" y="3426321"/>
            <a:ext cx="82296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2920008"/>
            <a:ext cx="1476604" cy="5015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GIVE FEEDBACK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904851" y="2920008"/>
            <a:ext cx="3290215" cy="5015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well, what to adjust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30552" y="2920008"/>
            <a:ext cx="3627373" cy="501551"/>
          </a:xfrm>
          <a:prstGeom prst="rect">
            <a:avLst/>
          </a:prstGeom>
          <a:noFill/>
          <a:ln/>
        </p:spPr>
        <p:txBody>
          <a:bodyPr wrap="square" lIns="88900" tIns="50800" rIns="88900" bIns="5080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“Great start — check mirrors first”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3532584"/>
            <a:ext cx="839419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how experienced farmers have always taught. Today you'll use the same approach for GitHub.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28529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Teaching Assignment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ONE GitHub concept to a partner.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Choose a topic: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856780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an Issue with labels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set up a Project board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create an Issue template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use Copilot to draft an Issue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add custom fields, iterations, or Timeline view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566071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 to prepare, then 5 min to teach. Your partner teaches you next.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445941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Preparing Your Mini-Lesson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5 minutes to prepare.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framework: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skill? (One sentence)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does it matter for a farm? (One sentence)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you do it? (3-5 steps, keep it simple)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they watch for?</a:t>
            </a:r>
            <a:pPr algn="l" indent="0" marL="0">
              <a:lnSpc>
                <a:spcPts val="2565"/>
              </a:lnSpc>
              <a:spcAft>
                <a:spcPts val="3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common mistake or tip)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do NOT need slides. Just show them on the screen.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15040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Teaching Time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1 (5 min):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Person A teaches Person B.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765572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4-step method: Show, Explain, Let Them Try, Give Feedback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"student" should do the steps on their own screen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474863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2 (5 min):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Person B teaches Person A. Different topic.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2927300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both rounds: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Give each other one positive comment and one suggestion.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270698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Debrief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did it go?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the hardest part about teaching?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explaining it help you understand it better?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your partner teach you that you didn't fully understand before?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you feel comfortable teaching this to someone outside this class?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27488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Showcase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see what you built!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 volunteers share their capstone. For each showcase: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repository and README (30 sec)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Project board with Timeline view (30 sec)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your Copilot-drafted Issue — before and after editing (30 sec)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would you add next? (30 sec)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 one thing you'd try in your own repository.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505160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Completion Celebration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Twelve sessions. From zero to: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2220516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Creating and managing repositories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Tracking work with Issues and Projects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Collaborating with Pull Requests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templates and automations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AI tools to work faster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others what you've learned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3929807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not just learning GitHub — that's building a digital management system for your farm.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6129114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Next: Continuing Your Journey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practicing: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432899" cy="1129308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your capstone repository for real farm tasks this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repository for each major project or season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a family member or neighbor what you learned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83859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Resources:</a:t>
            </a:r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docs.github.com | skills.github.com | github.community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291036"/>
            <a:ext cx="8601557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classmates are part of your network now. Every expert was once a beginner.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63501"/>
          </a:xfrm>
          <a:prstGeom prst="rect">
            <a:avLst/>
          </a:prstGeom>
          <a:solidFill>
            <a:srgbClr val="1E512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55550" y="246013"/>
            <a:ext cx="364968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Feedback Survey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55550" y="113005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Please fill out the course completion survey before you leave.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355550" y="1582489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survey covers: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55550" y="2034927"/>
            <a:ext cx="8432899" cy="1493044"/>
          </a:xfrm>
          <a:prstGeom prst="rect">
            <a:avLst/>
          </a:prstGeom>
          <a:noFill/>
          <a:ln/>
        </p:spPr>
        <p:txBody>
          <a:bodyPr wrap="square" lIns="165100" tIns="0" rIns="0" bIns="0" rtlCol="0" anchor="t"/>
          <a:lstStyle/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experience across all 12 sessions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most valuable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be improved</a:t>
            </a:r>
            <a:endParaRPr lang="en-US" sz="1900" dirty="0"/>
          </a:p>
          <a:p>
            <a:pPr algn="l" marL="165100" indent="-165100">
              <a:lnSpc>
                <a:spcPts val="2565"/>
              </a:lnSpc>
              <a:spcAft>
                <a:spcPts val="300"/>
              </a:spcAft>
              <a:buSzPct val="100000"/>
              <a:buChar char="•"/>
            </a:pPr>
            <a:r>
              <a:rPr lang="en-US" sz="19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you plan to continue using GitHub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55550" y="3654772"/>
            <a:ext cx="8601557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5"/>
              </a:lnSpc>
              <a:spcBef>
                <a:spcPts val="500"/>
              </a:spcBef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4E9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honest feedback shapes future sessions for other farmers.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5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48511" y="1252686"/>
            <a:ext cx="52469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Congratulations, Graduates!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064050" y="1985963"/>
            <a:ext cx="1015901" cy="38100"/>
          </a:xfrm>
          <a:prstGeom prst="rect">
            <a:avLst/>
          </a:prstGeom>
          <a:solidFill>
            <a:srgbClr val="A5D6A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74904" y="2277963"/>
            <a:ext cx="8394192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came in as farmers. You're leaving as farmers who manage their operations with one of the most powerful collaboration tools in the world.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453173" y="2982813"/>
            <a:ext cx="623765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900" dirty="0">
                <a:solidFill>
                  <a:srgbClr val="E8F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build something great — on your farm and on GitHub.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03140" y="3538389"/>
            <a:ext cx="83377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A5D6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for twelve sessions of hard work, curiosity, and persistence.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12: Capstone &amp; Train-the-Trainer</dc:title>
  <dc:subject>GitHub Training for Farmers — Session 12 of 12</dc:subject>
  <dc:creator>GitHub4Farms Training</dc:creator>
  <cp:lastModifiedBy>GitHub4Farms Training</cp:lastModifiedBy>
  <cp:revision>1</cp:revision>
  <dcterms:created xsi:type="dcterms:W3CDTF">2026-01-30T16:34:26Z</dcterms:created>
  <dcterms:modified xsi:type="dcterms:W3CDTF">2026-01-30T16:34:26Z</dcterms:modified>
</cp:coreProperties>
</file>