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97" y="1470273"/>
            <a:ext cx="533365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&amp; Train-the-Trainer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919365" y="2051149"/>
            <a:ext cx="530527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All Together and Teaching Others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064050" y="2574875"/>
            <a:ext cx="1015901" cy="38100"/>
          </a:xfrm>
          <a:prstGeom prst="rect">
            <a:avLst/>
          </a:prstGeom>
          <a:solidFill>
            <a:srgbClr val="A5D6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87884" y="3095327"/>
            <a:ext cx="25682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12 of 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87884" y="3384203"/>
            <a:ext cx="25682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Training for Farmers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07619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Congratulations — You Made It!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97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sessions ago, many of you had never heard of GitHub. Today, you're about to build a complete farm management system — and teach someone else how to use it.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2233761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session has two parts: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686199"/>
            <a:ext cx="8432899" cy="10912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Build a complete farm repository using every skill you've learned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Train-the-Trainer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Practice teaching a GitHub concept to a peer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904208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is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day. Less instruction from me, more creation from you.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30769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YOUR Farm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 could set up a new farm management system from scratch — on your own?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908125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growing season? Build a fresh project board with timelines.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employee joining the farm? Teach them the system.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Neighboring farmer asks how you stay organized? Show them.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164235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test of learning is doing it independently — and then helping someone else do it too.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609450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Learning Journey: Sessions 1-11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44493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Project: The Big Picture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challenge: Build a complete farm repository from scratch.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 building a brand-new farm office. You need: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222051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building (repository)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filing system (Issues and labels)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planning wall (Project board with views)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order forms (Issue templates)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schedule (iterations and Timeline view)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helper (at least one Copilot-drafted Issue)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87344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Requirements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completed repository must include: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258425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descriptive name and README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Issues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 custom labels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 Issue template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recurring tasks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board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2+ custom fields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Iterations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(weekly or monthly sprints)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view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view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Copilot-drafted Issue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(prompt, generate, evaluate, edit)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58046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Scenario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scenario that matches your operation: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Diversified Crop Farm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Planting schedules, soil testing, harvest planning, equipment prep, crop rotation.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360563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Equipment Fleet Management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Maintenance, inspections, repairs, seasonal readiness for all equipment.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138636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C: Livestock Operation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Animal health, feeding, breeding records, vet visits, facility maintenance.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3916710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create your own scenario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based on your actual farm.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28544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Rubric Overview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84372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Started: Your First 5 Minutes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432899" cy="1866305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repository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 something descriptive (e.g.,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"Add a README file"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repository"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the README to describe your farm in 2-3 sentences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3123158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should be at this point within 5 minutes.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move to creating Issues.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92542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Time Begins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50 minutes for capstone work. Suggested order: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222051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+ README (5 min)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labels (5 min)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5+ Issues, including 1 with Copilot (15 min)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Issue template (5 min)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Project board with custom fields (10 min)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iterations and Timeline view (10 min)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929807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stuck: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 your handout, ask your partner, or raise your hand.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26352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Work Time (continued)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check — where should you be?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42844" y="1408361"/>
            <a:ext cx="165816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485839" y="2198787"/>
            <a:ext cx="21721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15 minutes.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74904" y="2630388"/>
            <a:ext cx="83941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 come back: finish capstone work (10 min), then Train-the-Trainer.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73161" y="3366790"/>
            <a:ext cx="79976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about:</a:t>
            </a:r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2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Which GitHub skill are you most confident teaching?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2163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Capstone Work 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more minutes to polish your capstone.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time to: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any gaps on the checklist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sure your Timeline view shows your Issues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your Copilot-drafted Issue — did you evaluate and edit it?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any final details to your README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65477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done, self-check using the rubric on your handout.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641162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Train-the-Trainer: Why Teaching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way to prove you know something is to teach it.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farm, you teach all the time: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Showing a new hire how to operate equipment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your kids how to check on livestock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your irrigation schedule to a neighbor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291036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skills apply to GitHub.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you can teach a concept clearly, you truly understand it.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55869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4-Step Teaching Method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teaching any skill, follow these four steps: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28529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Teaching Assignment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ONE GitHub concept to a partner.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Choose a topic: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create an Issue with labels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set up a Project board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create an Issue template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Copilot to draft an Issue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add custom fields, iterations, or Timeline view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566071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to prepare, then 5 min to teach. Your partner teaches you next.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45941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Your Mini-Lesson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5 minutes to prepare.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framework: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skill? (One sentence)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does it matter for a farm? (One sentence)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you do it? (3-5 steps, keep it simple)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they watch for?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(One common mistake or tip)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65477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NOT need slides. Just show them on the screen.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15040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Teaching 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 (5 min):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Person A teaches Person B.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76557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4-step method: Show, Explain, Let Them Try, Give Feedback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"student" should do the steps on their own screen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474863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 (5 min):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Person B teaches Person A. Different topic.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927300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both rounds: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 each other one positive comment and one suggestion.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70698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Debrief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did it go?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the hardest part about teaching?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explaining it help you understand it better?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your partner teach you that you didn't fully understand before?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you feel comfortable teaching this to someone outside this class?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27488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Showcase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see what you built!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 volunteers share their capstone. For each showcase: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your repository and README (30 sec)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your Project board with Timeline view (30 sec)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your Copilot-drafted Issue — before and after editing (30 sec)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add next? (30 sec)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65477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Share one thing you'd try in your own repository.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05160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Completion Celebration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Twelve sessions. From zero to: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222051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and managing repositories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work with Issues and Projects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Collaborating with Pull Requests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templates and automations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AI tools to work faster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others what you've learned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929807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just learning GitHub — that's building a digital management system for your farm.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612911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Next: Continuing Your Journey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practicing: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capstone repository for real farm tasks this season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repository for each major project or season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a family member or neighbor what you learned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83859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Resources: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docs.github.com | skills.github.com | github.community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291036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classmates are part of your network now. Every expert was once a beginner.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64968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Feedback Survey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fill out the course completion survey before you leave.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survey covers: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experience across all 12 sessions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most valuable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be improved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you plan to continue using GitHub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65477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honest feedback shapes future sessions for other farmers.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48511" y="1252686"/>
            <a:ext cx="524697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Congratulations, Graduates!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064050" y="1985963"/>
            <a:ext cx="1015901" cy="38100"/>
          </a:xfrm>
          <a:prstGeom prst="rect">
            <a:avLst/>
          </a:prstGeom>
          <a:solidFill>
            <a:srgbClr val="A5D6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4904" y="2277963"/>
            <a:ext cx="839419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came in as farmers. You're leaving as farmers who manage their operations with one of the most powerful collaboration tools in the world.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53173" y="2982813"/>
            <a:ext cx="623765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build something great — on your farm and on GitHub.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03140" y="3538389"/>
            <a:ext cx="83377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twelve sessions of hard work, curiosity, and persistence.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12: Capstone &amp; Train-the-Trainer</dc:title>
  <dc:subject>GitHub Training for Farmers — Session 12 of 12</dc:subject>
  <dc:creator>GitHub4Farms Training</dc:creator>
  <cp:lastModifiedBy>GitHub4Farms Training</cp:lastModifiedBy>
  <cp:revision>1</cp:revision>
  <dcterms:created xsi:type="dcterms:W3CDTF">2026-01-30T09:25:02Z</dcterms:created>
  <dcterms:modified xsi:type="dcterms:W3CDTF">2026-01-30T09:25:02Z</dcterms:modified>
</cp:coreProperties>
</file>