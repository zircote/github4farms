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159" y="1077962"/>
            <a:ext cx="8031682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GitHub &amp; Repositories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736594" y="2303413"/>
            <a:ext cx="567066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600" i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Digital Barn for Farm Information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10000" y="3081189"/>
            <a:ext cx="1524000" cy="38100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79086" y="3360539"/>
            <a:ext cx="17856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of 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66971" y="3732014"/>
            <a:ext cx="32099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5843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goal: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you will have explored a real GitHub repository and know how to find information stored inside it.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98663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398663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2525464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coding. No technical background needed. Just curiosity.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958751"/>
          </a:xfrm>
          <a:prstGeom prst="roundRect">
            <a:avLst>
              <a:gd name="adj" fmla="val 10597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200" y="1269802"/>
            <a:ext cx="80836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keep your farm's important information right now?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5550" y="2228552"/>
            <a:ext cx="8432899" cy="142904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2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 cabinet?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2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2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2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head?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759101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can't find something?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3402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We're Solving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information is scattered: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gets lost or damaged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live on one computer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is in one person's head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 of what changed and when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40435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240435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367236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gives your farm a single, organized, always-accessible home for information.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61878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GitHub?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 a website where you store, organize, and share information.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a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barn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your farm: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one place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into sections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from any device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always see what changed and when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5477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free. It works on any device with a browser.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0493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GitHub?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million people use GitHub.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Originally built for software developers, but now used by: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documenting experiments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Writers collaborating on books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sharing lesson plans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Governments publishing public data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soon — farmers managing farm operations!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401850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joining a massive community.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5362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Repository?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663476"/>
          </a:xfrm>
          <a:prstGeom prst="roundRect">
            <a:avLst>
              <a:gd name="adj" fmla="val 15313"/>
            </a:avLst>
          </a:prstGeom>
          <a:solidFill>
            <a:srgbClr val="E8F5E9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24" y="1288852"/>
            <a:ext cx="80963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= Your Digital Barn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55550" y="194592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repository (or "repo") is a container that holds: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398365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documents, spreadsheets, photos, plans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organized sections for different topics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record of every change ever made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654475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like a barn holds your tools, supplies, and records — a repository holds your farm's digital information.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2806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Anatomy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Repository: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646039"/>
            <a:ext cx="8432899" cy="469106"/>
          </a:xfrm>
          <a:prstGeom prst="roundRect">
            <a:avLst>
              <a:gd name="adj" fmla="val 1082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1646039"/>
            <a:ext cx="2202231" cy="469106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514600" y="1646039"/>
            <a:ext cx="3000116" cy="469106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55890" y="1646039"/>
            <a:ext cx="3399211" cy="469106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5550" y="2115145"/>
            <a:ext cx="8432899" cy="46136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5550" y="2571750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550" y="2115145"/>
            <a:ext cx="2202231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2115145"/>
            <a:ext cx="3000116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on the barn door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55890" y="2115145"/>
            <a:ext cx="3399211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what's inside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550" y="2576513"/>
            <a:ext cx="8432899" cy="46136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55550" y="3033117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550" y="2576513"/>
            <a:ext cx="2202231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14600" y="2576513"/>
            <a:ext cx="3000116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on shelves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55890" y="2576513"/>
            <a:ext cx="3399211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actual documents and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5550" y="3037880"/>
            <a:ext cx="8432899" cy="46136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5550" y="3494484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550" y="3037880"/>
            <a:ext cx="2202231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14600" y="3037880"/>
            <a:ext cx="3000116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Stalls and sections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55890" y="3037880"/>
            <a:ext cx="3399211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by category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5550" y="3499247"/>
            <a:ext cx="8432899" cy="46136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55550" y="3955852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550" y="3499247"/>
            <a:ext cx="2202231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14600" y="3499247"/>
            <a:ext cx="3000116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Logbook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55890" y="3499247"/>
            <a:ext cx="3399211" cy="451842"/>
          </a:xfrm>
          <a:prstGeom prst="rect">
            <a:avLst/>
          </a:prstGeom>
          <a:noFill/>
          <a:ln/>
        </p:spPr>
        <p:txBody>
          <a:bodyPr wrap="square" lIns="101600" tIns="88900" rIns="101600" bIns="889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of every change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82523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README 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README is the welcome sign for your repository.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first thing anyone sees. A good README answers: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repository for?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use it?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329136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329136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455938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the sign on your barn door that tells visitors what they'll find inside.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8963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A Farm Repository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644426"/>
          </a:xfrm>
          <a:prstGeom prst="roundRect">
            <a:avLst>
              <a:gd name="adj" fmla="val 15766"/>
            </a:avLst>
          </a:prstGeom>
          <a:solidFill>
            <a:srgbClr val="F4F1DE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24" y="1288852"/>
            <a:ext cx="809635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look at a real repository together.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5550" y="192687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going to show you: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379315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repository name and description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README file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 list and folders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open and read a file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4037261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4125" y="4037261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401" y="4164062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for now — you'll try it yourself in a few minutes.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8172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the Interface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areas of the GitHub page: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57189"/>
            <a:ext cx="8432899" cy="507950"/>
          </a:xfrm>
          <a:prstGeom prst="roundRect">
            <a:avLst>
              <a:gd name="adj" fmla="val 1250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63338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5673" y="1665387"/>
            <a:ext cx="12250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90451" y="1665387"/>
            <a:ext cx="429045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bar</a:t>
            </a:r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search, notifications, your profile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5550" y="2141339"/>
            <a:ext cx="8432899" cy="507950"/>
          </a:xfrm>
          <a:prstGeom prst="roundRect">
            <a:avLst>
              <a:gd name="adj" fmla="val 1250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221753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673" y="2249537"/>
            <a:ext cx="12250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90451" y="2249537"/>
            <a:ext cx="420969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name</a:t>
            </a:r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at the top of the page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5550" y="2725489"/>
            <a:ext cx="8432899" cy="507950"/>
          </a:xfrm>
          <a:prstGeom prst="roundRect">
            <a:avLst>
              <a:gd name="adj" fmla="val 1250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7950" y="280168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5673" y="2833688"/>
            <a:ext cx="12250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90451" y="2833688"/>
            <a:ext cx="4919231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list</a:t>
            </a:r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main area showing files and folders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5550" y="3309640"/>
            <a:ext cx="8432899" cy="507950"/>
          </a:xfrm>
          <a:prstGeom prst="roundRect">
            <a:avLst>
              <a:gd name="adj" fmla="val 1250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7950" y="338584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5673" y="3417838"/>
            <a:ext cx="12250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90451" y="3417838"/>
            <a:ext cx="3903202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displayed below the file list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55550" y="3893790"/>
            <a:ext cx="8432899" cy="507950"/>
          </a:xfrm>
          <a:prstGeom prst="roundRect">
            <a:avLst>
              <a:gd name="adj" fmla="val 1250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7950" y="396999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5673" y="4001988"/>
            <a:ext cx="122506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90451" y="4001988"/>
            <a:ext cx="4502679" cy="29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section</a:t>
            </a:r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description on the right side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3200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320552"/>
            <a:ext cx="8432899" cy="1783407"/>
          </a:xfrm>
          <a:prstGeom prst="roundRect">
            <a:avLst>
              <a:gd name="adj" fmla="val 854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48" y="1676102"/>
            <a:ext cx="777270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 a file, click its name.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648" y="2295227"/>
            <a:ext cx="7772704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One click.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55550" y="3421261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 opens and you can read it right in your browser. No download needed.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87369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go back to the file list, click the repository name at the top.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21625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Folders organize your files into categories.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folder name to see what's inside. Just like opening a section of your barn.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farm repository folders: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51100"/>
            <a:ext cx="2012900" cy="1619548"/>
          </a:xfrm>
          <a:prstGeom prst="roundRect">
            <a:avLst>
              <a:gd name="adj" fmla="val 4705"/>
            </a:avLst>
          </a:prstGeom>
          <a:solidFill>
            <a:srgbClr val="F4F1DE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0300" y="2996952"/>
            <a:ext cx="1703400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crops/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10300" y="3347889"/>
            <a:ext cx="1703400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Planting schedules, crop records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95401" y="2851100"/>
            <a:ext cx="2013049" cy="1619548"/>
          </a:xfrm>
          <a:prstGeom prst="roundRect">
            <a:avLst>
              <a:gd name="adj" fmla="val 4705"/>
            </a:avLst>
          </a:prstGeom>
          <a:solidFill>
            <a:srgbClr val="F4F1DE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50150" y="2996952"/>
            <a:ext cx="170355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equipment/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650150" y="3347889"/>
            <a:ext cx="170355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logs, manuals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5401" y="2851100"/>
            <a:ext cx="2013049" cy="1619548"/>
          </a:xfrm>
          <a:prstGeom prst="roundRect">
            <a:avLst>
              <a:gd name="adj" fmla="val 4705"/>
            </a:avLst>
          </a:prstGeom>
          <a:solidFill>
            <a:srgbClr val="F4F1DE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90149" y="2996952"/>
            <a:ext cx="170355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livestock/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90149" y="3347889"/>
            <a:ext cx="1703552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records, feeding schedules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75400" y="2851100"/>
            <a:ext cx="2013049" cy="1619548"/>
          </a:xfrm>
          <a:prstGeom prst="roundRect">
            <a:avLst>
              <a:gd name="adj" fmla="val 4705"/>
            </a:avLst>
          </a:prstGeom>
          <a:solidFill>
            <a:srgbClr val="F4F1DE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30149" y="2996952"/>
            <a:ext cx="170355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compliance/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930149" y="3347889"/>
            <a:ext cx="1703552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documents, certifications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6213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1060847"/>
          </a:xfrm>
          <a:prstGeom prst="roundRect">
            <a:avLst>
              <a:gd name="adj" fmla="val 9577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393" y="1295251"/>
            <a:ext cx="81352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it's your turn!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4393" y="1717477"/>
            <a:ext cx="813521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and your partner will explore the sample farm repository together.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234329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walk you through each step. Follow along on your screen.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2795736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stuck: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5550" y="3248174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partner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— I'll come to you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5550" y="4178647"/>
            <a:ext cx="8432899" cy="562124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4125" y="4178647"/>
            <a:ext cx="0" cy="562124"/>
          </a:xfrm>
          <a:prstGeom prst="line">
            <a:avLst/>
          </a:prstGeom>
          <a:noFill/>
          <a:ln w="5715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401" y="4305449"/>
            <a:ext cx="818075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wrong way to click. You cannot break anything.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5745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along with me: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69839"/>
            <a:ext cx="8432899" cy="1637705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browser (Chrome, Safari, or Firefox)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to: 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[demo repository URL]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README — what does it say?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crops/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folder — click to open it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3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planting-schedule.md</a:t>
            </a:r>
            <a:pPr algn="l" indent="0" marL="0">
              <a:lnSpc>
                <a:spcPts val="2340"/>
              </a:lnSpc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click to read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5550" y="3359795"/>
            <a:ext cx="8432899" cy="549622"/>
          </a:xfrm>
          <a:prstGeom prst="roundRect">
            <a:avLst>
              <a:gd name="adj" fmla="val 13864"/>
            </a:avLst>
          </a:prstGeom>
          <a:solidFill>
            <a:srgbClr val="E8F5E9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1907" y="3480346"/>
            <a:ext cx="820018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</a:t>
            </a:r>
            <a:pPr algn="ctr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should see a table with crop names and dates.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68363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What You See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 about what you just did.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09626"/>
            <a:ext cx="8432899" cy="482501"/>
          </a:xfrm>
          <a:prstGeom prst="roundRect">
            <a:avLst>
              <a:gd name="adj" fmla="val 1316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208582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5639" y="2096542"/>
            <a:ext cx="17821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5002" y="2096542"/>
            <a:ext cx="338281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Navigated to a GitHub repository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5550" y="2568327"/>
            <a:ext cx="8432899" cy="482501"/>
          </a:xfrm>
          <a:prstGeom prst="roundRect">
            <a:avLst>
              <a:gd name="adj" fmla="val 1316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264452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5639" y="2655243"/>
            <a:ext cx="17821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5002" y="2655243"/>
            <a:ext cx="470488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README to understand its purpose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5550" y="3127028"/>
            <a:ext cx="8432899" cy="482501"/>
          </a:xfrm>
          <a:prstGeom prst="roundRect">
            <a:avLst>
              <a:gd name="adj" fmla="val 1316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950" y="32032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5639" y="3213943"/>
            <a:ext cx="17821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5002" y="3213943"/>
            <a:ext cx="298174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a folder and opened 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5550" y="3685729"/>
            <a:ext cx="8432899" cy="482501"/>
          </a:xfrm>
          <a:prstGeom prst="roundRect">
            <a:avLst>
              <a:gd name="adj" fmla="val 13161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376192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5639" y="3772644"/>
            <a:ext cx="178219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5002" y="3772644"/>
            <a:ext cx="309757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file with real farm 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5550" y="4269730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foundation of everything we'll learn.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6431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So Far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426541"/>
          </a:xfrm>
          <a:prstGeom prst="roundRect">
            <a:avLst>
              <a:gd name="adj" fmla="val 1191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1142851"/>
            <a:ext cx="2281928" cy="426541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Term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92735" y="1142851"/>
            <a:ext cx="2601173" cy="426541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42905" y="1142851"/>
            <a:ext cx="3718456" cy="426541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5550" y="1569393"/>
            <a:ext cx="8432899" cy="393502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5550" y="1958132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550" y="1569393"/>
            <a:ext cx="2281928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92735" y="1569393"/>
            <a:ext cx="2601173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42905" y="1569393"/>
            <a:ext cx="3718456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for all your farm's files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550" y="1962894"/>
            <a:ext cx="8432899" cy="3935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5550" y="2351633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550" y="1962894"/>
            <a:ext cx="2281928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92735" y="1962894"/>
            <a:ext cx="2601173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 door 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2905" y="1962894"/>
            <a:ext cx="3718456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what's inside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5550" y="2356396"/>
            <a:ext cx="8432899" cy="393502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55550" y="2745135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550" y="2356396"/>
            <a:ext cx="2281928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92735" y="2356396"/>
            <a:ext cx="2601173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on a shelf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42905" y="2356396"/>
            <a:ext cx="3718456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document or record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5550" y="2749897"/>
            <a:ext cx="8432899" cy="3935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55550" y="3138636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550" y="2749897"/>
            <a:ext cx="2281928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92735" y="2749897"/>
            <a:ext cx="2601173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 or section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42905" y="2749897"/>
            <a:ext cx="3718456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Organizes files by category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5550" y="3321100"/>
            <a:ext cx="8432899" cy="511522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84125" y="3321100"/>
            <a:ext cx="0" cy="511522"/>
          </a:xfrm>
          <a:prstGeom prst="line">
            <a:avLst/>
          </a:prstGeom>
          <a:noFill/>
          <a:ln w="5715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100" y="3422600"/>
            <a:ext cx="823236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memorize these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you'll get a cheat sheet to take home!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9801" y="705296"/>
            <a:ext cx="27842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40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Time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378101" y="1845022"/>
            <a:ext cx="2387798" cy="758726"/>
          </a:xfrm>
          <a:prstGeom prst="roundRect">
            <a:avLst>
              <a:gd name="adj" fmla="val 20086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68650" y="2048173"/>
            <a:ext cx="160670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88948" y="2959150"/>
            <a:ext cx="25659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Stretch, grab a drink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78129" y="3486001"/>
            <a:ext cx="2787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me any 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84118" y="4012853"/>
            <a:ext cx="39757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your partner if they need it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83923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Your GitHub Account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68152"/>
            <a:ext cx="8432899" cy="676275"/>
          </a:xfrm>
          <a:prstGeom prst="roundRect">
            <a:avLst>
              <a:gd name="adj" fmla="val 1502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393" y="1320552"/>
            <a:ext cx="81352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set up your own GitHub account.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55550" y="200932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need: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461766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email address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password (write it down somewhere safe!)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35413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walk you through every step.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81697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Creation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2553593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"Sign up"</a:t>
            </a:r>
            <a:pPr algn="l" indent="0" marL="0">
              <a:lnSpc>
                <a:spcPts val="2340"/>
              </a:lnSpc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(top right)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email address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password (8+ characters)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username (your name or farm name works great)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verification puzzle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email for the verification code</a:t>
            </a:r>
            <a:endParaRPr lang="en-US" sz="1800" dirty="0"/>
          </a:p>
          <a:p>
            <a:pPr algn="l" marL="165100" indent="-165100">
              <a:lnSpc>
                <a:spcPts val="234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5550" y="3823246"/>
            <a:ext cx="8432899" cy="549622"/>
          </a:xfrm>
          <a:prstGeom prst="roundRect">
            <a:avLst>
              <a:gd name="adj" fmla="val 13864"/>
            </a:avLst>
          </a:prstGeom>
          <a:solidFill>
            <a:srgbClr val="E8F5E9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1907" y="3943796"/>
            <a:ext cx="8200186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</a:t>
            </a:r>
            <a:pPr algn="ctr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should see your GitHub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67367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Your 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GitHub feel like yours.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69839"/>
            <a:ext cx="8432899" cy="177090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your profile icon (top right)</a:t>
            </a:r>
            <a:endParaRPr lang="en-US" sz="1900" dirty="0"/>
          </a:p>
          <a:p>
            <a:pPr algn="l" marL="165100" indent="-1651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47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profile"</a:t>
            </a:r>
            <a:endParaRPr lang="en-US" sz="1900" dirty="0"/>
          </a:p>
          <a:p>
            <a:pPr algn="l" marL="165100" indent="-1651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470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"Edit profile"</a:t>
            </a:r>
            <a:endParaRPr lang="en-US" sz="1900" dirty="0"/>
          </a:p>
          <a:p>
            <a:pPr algn="l" marL="165100" indent="-1651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name (or farm name)</a:t>
            </a:r>
            <a:endParaRPr lang="en-US" sz="1900" dirty="0"/>
          </a:p>
          <a:p>
            <a:pPr algn="l" marL="165100" indent="-165100">
              <a:lnSpc>
                <a:spcPts val="2470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 add a photo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18446"/>
            <a:ext cx="8432899" cy="820043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518446"/>
            <a:ext cx="0" cy="820043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619946"/>
            <a:ext cx="8180755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GitHub identity. Other farmers in this group will see your name when you collaborate.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46314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1394222"/>
          </a:xfrm>
          <a:prstGeom prst="roundRect">
            <a:avLst>
              <a:gd name="adj" fmla="val 7287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393" y="1295251"/>
            <a:ext cx="813521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challenge: Explore the farm repository on your own.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4393" y="2050852"/>
            <a:ext cx="813521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have 30 minutes to complete the lab exercise.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2676674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farm scenario that interests you most: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192661"/>
            <a:ext cx="2726234" cy="1344811"/>
          </a:xfrm>
          <a:prstGeom prst="roundRect">
            <a:avLst>
              <a:gd name="adj" fmla="val 5666"/>
            </a:avLst>
          </a:prstGeom>
          <a:solidFill>
            <a:srgbClr val="F4F1DE"/>
          </a:solidFill>
          <a:ln w="19050">
            <a:solidFill>
              <a:srgbClr val="1E51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8974" y="3363962"/>
            <a:ext cx="237938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8974" y="3714899"/>
            <a:ext cx="237938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farming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208734" y="3192661"/>
            <a:ext cx="2726382" cy="1344811"/>
          </a:xfrm>
          <a:prstGeom prst="roundRect">
            <a:avLst>
              <a:gd name="adj" fmla="val 5666"/>
            </a:avLst>
          </a:prstGeom>
          <a:solidFill>
            <a:srgbClr val="F4F1DE"/>
          </a:solidFill>
          <a:ln w="19050">
            <a:solidFill>
              <a:srgbClr val="1E51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82156" y="3363962"/>
            <a:ext cx="237953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382156" y="3714899"/>
            <a:ext cx="237953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062067" y="3192661"/>
            <a:ext cx="2726382" cy="1344811"/>
          </a:xfrm>
          <a:prstGeom prst="roundRect">
            <a:avLst>
              <a:gd name="adj" fmla="val 5666"/>
            </a:avLst>
          </a:prstGeom>
          <a:solidFill>
            <a:srgbClr val="F4F1DE"/>
          </a:solidFill>
          <a:ln w="19050">
            <a:solidFill>
              <a:srgbClr val="1E51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35489" y="3363962"/>
            <a:ext cx="237953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35489" y="3714899"/>
            <a:ext cx="237953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&amp; maintenance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627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wrap up, think about this: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646039"/>
            <a:ext cx="8432899" cy="1269802"/>
          </a:xfrm>
          <a:prstGeom prst="roundRect">
            <a:avLst>
              <a:gd name="adj" fmla="val 800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1899940"/>
            <a:ext cx="808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thing you learned today that surprised you?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451" y="2319040"/>
            <a:ext cx="808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farm task you could see organizing in a GitHub repository?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5550" y="3169741"/>
            <a:ext cx="8432899" cy="579537"/>
          </a:xfrm>
          <a:prstGeom prst="roundRect">
            <a:avLst>
              <a:gd name="adj" fmla="val 1314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2476" y="3296692"/>
            <a:ext cx="823904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 (2 minutes)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913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1041797"/>
          </a:xfrm>
          <a:prstGeom prst="roundRect">
            <a:avLst>
              <a:gd name="adj" fmla="val 9752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393" y="1295251"/>
            <a:ext cx="81352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 GitHub Issues for Task Tracking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4393" y="1698427"/>
            <a:ext cx="813521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digital work orders for real farm tasks and track them to completion.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2362349"/>
            <a:ext cx="8432899" cy="1690836"/>
          </a:xfrm>
          <a:prstGeom prst="roundRect">
            <a:avLst>
              <a:gd name="adj" fmla="val 4507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2540050"/>
            <a:ext cx="823904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now and then (optional):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251" y="2899321"/>
            <a:ext cx="8077498" cy="97616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into your GitHub account from your phone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farm repository we explored today</a:t>
            </a:r>
            <a:endParaRPr lang="en-US" sz="1800" dirty="0"/>
          </a:p>
          <a:p>
            <a:pPr algn="l" marL="165100" indent="-165100">
              <a:lnSpc>
                <a:spcPts val="243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3 farm tasks you'd want to track digitally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7083" y="541734"/>
            <a:ext cx="340968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Survey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8628" y="1465511"/>
            <a:ext cx="7766596" cy="1384102"/>
          </a:xfrm>
          <a:prstGeom prst="roundRect">
            <a:avLst>
              <a:gd name="adj" fmla="val 9176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3623" y="1795611"/>
            <a:ext cx="71966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this 2-minute survey before you leave.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73623" y="2195661"/>
            <a:ext cx="71966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feedback helps me make this training better for you.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936950" y="3306663"/>
            <a:ext cx="1269950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35125" y="3649414"/>
            <a:ext cx="3873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coming today.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74663" y="4176266"/>
            <a:ext cx="4994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took your first step into GitHub!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1: Introduction to GitHub &amp; Repositories</dc:title>
  <dc:subject>GitHub Training for Farmers — Session 1 of 12</dc:subject>
  <dc:creator>GitHub4Farms Training</dc:creator>
  <cp:lastModifiedBy>GitHub4Farms Training</cp:lastModifiedBy>
  <cp:revision>1</cp:revision>
  <dcterms:created xsi:type="dcterms:W3CDTF">2026-01-30T16:27:27Z</dcterms:created>
  <dcterms:modified xsi:type="dcterms:W3CDTF">2026-01-30T16:27:27Z</dcterms:modified>
</cp:coreProperties>
</file>