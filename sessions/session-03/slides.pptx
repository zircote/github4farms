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16178" y="1470273"/>
            <a:ext cx="531149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Projects for Planning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200" y="2051149"/>
            <a:ext cx="80836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Organizing Your Farm Season — Like a Whiteboard for Your Farm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064050" y="2574875"/>
            <a:ext cx="1015901" cy="38100"/>
          </a:xfrm>
          <a:prstGeom prst="rect">
            <a:avLst/>
          </a:prstGeom>
          <a:solidFill>
            <a:srgbClr val="A5D6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287884" y="3095327"/>
            <a:ext cx="256823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600" dirty="0">
                <a:solidFill>
                  <a:srgbClr val="A5D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3 of 12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287884" y="3384203"/>
            <a:ext cx="256823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600" dirty="0">
                <a:solidFill>
                  <a:srgbClr val="A5D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Training for Farmers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66168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 to Session 3!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42851"/>
            <a:ext cx="8432899" cy="900113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84125" y="1142851"/>
            <a:ext cx="0" cy="900112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0401" y="1282452"/>
            <a:ext cx="8180755" cy="29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7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1:</a:t>
            </a:r>
            <a:pPr algn="l" indent="0" marL="0">
              <a:lnSpc>
                <a:spcPts val="229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7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 navigated a repository — your digital barn.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90401" y="1611957"/>
            <a:ext cx="8180755" cy="29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7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2:</a:t>
            </a:r>
            <a:pPr algn="l" indent="0" marL="0">
              <a:lnSpc>
                <a:spcPts val="229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7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 created Issues — your digital work orders.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55550" y="2182564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you'll learn to organize those Issues into a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your digital planning board.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55550" y="2960638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today, you will have built a project board for your farm season.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30769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 for YOUR Farm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42851"/>
            <a:ext cx="8432899" cy="528638"/>
          </a:xfrm>
          <a:prstGeom prst="roundRect">
            <a:avLst>
              <a:gd name="adj" fmla="val 14414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2476" y="1244352"/>
            <a:ext cx="8239048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65"/>
              </a:lnSpc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you plan your farm season right now?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1811089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wall calendar?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whiteboard?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 and pen?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Keeping it all in your head?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430935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when plans change mid-season?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20396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planning is scattered.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856780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live in different places (notebooks, texts, memory)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single view of everything that needs doing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to see who's working on what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weather changes plans, updating everything is painful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way to see if you're on track for the season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604171"/>
            <a:ext cx="8432899" cy="87064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4125" y="3604171"/>
            <a:ext cx="0" cy="87064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401" y="3730972"/>
            <a:ext cx="8180755" cy="617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if you had one board showing every task, who's doing it, and what's done?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13485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GitHub Project?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42851"/>
            <a:ext cx="8432899" cy="579983"/>
          </a:xfrm>
          <a:prstGeom prst="roundRect">
            <a:avLst>
              <a:gd name="adj" fmla="val 13138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78435" y="1244352"/>
            <a:ext cx="8187130" cy="376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7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= Your Digital Planning Board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55550" y="1862435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GitHub Project organizes your Issues into a visual layout. Think of it like: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314873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sticky notes you can move around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planting calendar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 can rearrange when plans change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board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whole team can see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55550" y="3570982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already know how to create Issues. Projects let you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them all at once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organize them.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20872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Ways to View Your Project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Projects has 3 views — pick the one that fits your need.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751284"/>
          </a:xfrm>
          <a:prstGeom prst="roundRect">
            <a:avLst>
              <a:gd name="adj" fmla="val 10143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84125" y="1582489"/>
            <a:ext cx="0" cy="751284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5100" y="1683990"/>
            <a:ext cx="8232368" cy="548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View</a:t>
            </a:r>
            <a:pPr algn="l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Columns like a whiteboard. Drag tasks between "To Do," "In Progress," and "Done."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55550" y="2460575"/>
            <a:ext cx="8432899" cy="477143"/>
          </a:xfrm>
          <a:prstGeom prst="roundRect">
            <a:avLst>
              <a:gd name="adj" fmla="val 15970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84125" y="2460575"/>
            <a:ext cx="0" cy="477143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5100" y="2562076"/>
            <a:ext cx="8232368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View</a:t>
            </a:r>
            <a:pPr algn="l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Rows and columns like a spreadsheet. Sort, filter, and add custom fields.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5550" y="3064520"/>
            <a:ext cx="8432899" cy="751284"/>
          </a:xfrm>
          <a:prstGeom prst="roundRect">
            <a:avLst>
              <a:gd name="adj" fmla="val 10143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384125" y="3064520"/>
            <a:ext cx="0" cy="751284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5100" y="3166021"/>
            <a:ext cx="8232368" cy="548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 View</a:t>
            </a:r>
            <a:pPr algn="l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calendar showing when tasks start and end. See your whole season at a glance.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5550" y="3942606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switch between views anytime — same data, different way to look at it.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55104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View: Your Task Whiteboard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04751"/>
            <a:ext cx="8601557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Columns like a whiteboard. Drag cards to update status.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55550" y="1467743"/>
            <a:ext cx="2760166" cy="1431131"/>
          </a:xfrm>
          <a:prstGeom prst="roundRect">
            <a:avLst>
              <a:gd name="adj" fmla="val 5324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1750" y="1518493"/>
            <a:ext cx="2607766" cy="400943"/>
          </a:xfrm>
          <a:prstGeom prst="roundRect">
            <a:avLst>
              <a:gd name="adj" fmla="val 12670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3397" y="1581894"/>
            <a:ext cx="2504474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1750" y="1957536"/>
            <a:ext cx="2607766" cy="419993"/>
          </a:xfrm>
          <a:prstGeom prst="roundRect">
            <a:avLst>
              <a:gd name="adj" fmla="val 9072"/>
            </a:avLst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17475" y="2030462"/>
            <a:ext cx="2485043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soybean seeds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31750" y="2402830"/>
            <a:ext cx="2607766" cy="419993"/>
          </a:xfrm>
          <a:prstGeom prst="roundRect">
            <a:avLst>
              <a:gd name="adj" fmla="val 9072"/>
            </a:avLst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17475" y="2475756"/>
            <a:ext cx="2485043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soil in Field 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191917" y="1467743"/>
            <a:ext cx="2760166" cy="1431131"/>
          </a:xfrm>
          <a:prstGeom prst="roundRect">
            <a:avLst>
              <a:gd name="adj" fmla="val 5324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268117" y="1518493"/>
            <a:ext cx="2607766" cy="400943"/>
          </a:xfrm>
          <a:prstGeom prst="roundRect">
            <a:avLst>
              <a:gd name="adj" fmla="val 12670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319763" y="1581894"/>
            <a:ext cx="2504474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268117" y="1957536"/>
            <a:ext cx="2607766" cy="419993"/>
          </a:xfrm>
          <a:prstGeom prst="roundRect">
            <a:avLst>
              <a:gd name="adj" fmla="val 9072"/>
            </a:avLst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353842" y="2030462"/>
            <a:ext cx="2485043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Field 1 for corn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028283" y="1467743"/>
            <a:ext cx="2760166" cy="1431131"/>
          </a:xfrm>
          <a:prstGeom prst="roundRect">
            <a:avLst>
              <a:gd name="adj" fmla="val 5324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104483" y="1518493"/>
            <a:ext cx="2607766" cy="400943"/>
          </a:xfrm>
          <a:prstGeom prst="roundRect">
            <a:avLst>
              <a:gd name="adj" fmla="val 12670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156130" y="1581894"/>
            <a:ext cx="2504474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104483" y="1957536"/>
            <a:ext cx="2607766" cy="419993"/>
          </a:xfrm>
          <a:prstGeom prst="roundRect">
            <a:avLst>
              <a:gd name="adj" fmla="val 9072"/>
            </a:avLst>
          </a:prstGeom>
          <a:solidFill>
            <a:srgbClr val="FFFFFF"/>
          </a:solidFill>
          <a:ln w="9525">
            <a:solidFill>
              <a:srgbClr val="CCCCC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190208" y="2030462"/>
            <a:ext cx="2485043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irrigation pump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76590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View: Your Spreadsheet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View shows tasks in rows — like a spreadsheet.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95289"/>
            <a:ext cx="8432899" cy="366861"/>
          </a:xfrm>
          <a:prstGeom prst="roundRect">
            <a:avLst>
              <a:gd name="adj" fmla="val 13847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55550" y="1595289"/>
            <a:ext cx="2815977" cy="366861"/>
          </a:xfrm>
          <a:prstGeom prst="rect">
            <a:avLst/>
          </a:prstGeom>
          <a:noFill/>
          <a:ln/>
        </p:spPr>
        <p:txBody>
          <a:bodyPr wrap="square" lIns="76200" tIns="63500" rIns="76200" bIns="635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16312" y="1595289"/>
            <a:ext cx="1407229" cy="366861"/>
          </a:xfrm>
          <a:prstGeom prst="rect">
            <a:avLst/>
          </a:prstGeom>
          <a:noFill/>
          <a:ln/>
        </p:spPr>
        <p:txBody>
          <a:bodyPr wrap="square" lIns="76200" tIns="63500" rIns="76200" bIns="635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495949" y="1595289"/>
            <a:ext cx="1407229" cy="366861"/>
          </a:xfrm>
          <a:prstGeom prst="rect">
            <a:avLst/>
          </a:prstGeom>
          <a:noFill/>
          <a:ln/>
        </p:spPr>
        <p:txBody>
          <a:bodyPr wrap="square" lIns="76200" tIns="63500" rIns="76200" bIns="635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Assignee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875586" y="1595289"/>
            <a:ext cx="1407229" cy="366861"/>
          </a:xfrm>
          <a:prstGeom prst="rect">
            <a:avLst/>
          </a:prstGeom>
          <a:noFill/>
          <a:ln/>
        </p:spPr>
        <p:txBody>
          <a:bodyPr wrap="square" lIns="76200" tIns="63500" rIns="76200" bIns="635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255222" y="1595289"/>
            <a:ext cx="1563892" cy="366861"/>
          </a:xfrm>
          <a:prstGeom prst="rect">
            <a:avLst/>
          </a:prstGeom>
          <a:noFill/>
          <a:ln/>
        </p:spPr>
        <p:txBody>
          <a:bodyPr wrap="square" lIns="76200" tIns="63500" rIns="76200" bIns="635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Date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5550" y="1962150"/>
            <a:ext cx="8432899" cy="333821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355550" y="2291209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5550" y="1962150"/>
            <a:ext cx="2815977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Field 1 for corn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116312" y="1962150"/>
            <a:ext cx="1407229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95949" y="1962150"/>
            <a:ext cx="1407229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875586" y="1962150"/>
            <a:ext cx="1407229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255222" y="1962150"/>
            <a:ext cx="1563892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15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5550" y="2295971"/>
            <a:ext cx="8432899" cy="33382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355550" y="2625030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5550" y="2295971"/>
            <a:ext cx="2815977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soybean seeds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116312" y="2295971"/>
            <a:ext cx="1407229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495949" y="2295971"/>
            <a:ext cx="1407229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Jake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875586" y="2295971"/>
            <a:ext cx="1407229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255222" y="2295971"/>
            <a:ext cx="1563892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28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55550" y="2629793"/>
            <a:ext cx="8432899" cy="333821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355550" y="2958852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5550" y="2629793"/>
            <a:ext cx="2815977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irrigation pump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116312" y="2629793"/>
            <a:ext cx="1407229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495949" y="2629793"/>
            <a:ext cx="1407229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Maria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875586" y="2629793"/>
            <a:ext cx="1407229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255222" y="2629793"/>
            <a:ext cx="1563892" cy="324296"/>
          </a:xfrm>
          <a:prstGeom prst="rect">
            <a:avLst/>
          </a:prstGeom>
          <a:noFill/>
          <a:ln/>
        </p:spPr>
        <p:txBody>
          <a:bodyPr wrap="square" lIns="76200" tIns="50800" rIns="76200" bIns="5080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10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55550" y="3103215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by any column. Filter to show only certain tasks. Best for seeing lots of details at once.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98247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 View: Your Season Calendar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 View shows tasks on a calendar — see your whole season at a glance.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920925"/>
            <a:ext cx="8432899" cy="1678037"/>
          </a:xfrm>
          <a:prstGeom prst="roundRect">
            <a:avLst>
              <a:gd name="adj" fmla="val 3027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339444" y="2022425"/>
            <a:ext cx="1347115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660143" y="2022425"/>
            <a:ext cx="1347267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80993" y="2022425"/>
            <a:ext cx="1347267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01843" y="2022425"/>
            <a:ext cx="1347267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7950" y="2285702"/>
            <a:ext cx="2901595" cy="24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Field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52651" y="2278856"/>
            <a:ext cx="5283250" cy="253901"/>
          </a:xfrm>
          <a:prstGeom prst="roundRect">
            <a:avLst>
              <a:gd name="adj" fmla="val 15006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880842" y="2304157"/>
            <a:ext cx="1584871" cy="203150"/>
          </a:xfrm>
          <a:prstGeom prst="roundRect">
            <a:avLst>
              <a:gd name="adj" fmla="val 18755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07950" y="2590354"/>
            <a:ext cx="2901595" cy="24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soybean seeds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52651" y="2583507"/>
            <a:ext cx="5283250" cy="253901"/>
          </a:xfrm>
          <a:prstGeom prst="roundRect">
            <a:avLst>
              <a:gd name="adj" fmla="val 15006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352651" y="2608808"/>
            <a:ext cx="792361" cy="203150"/>
          </a:xfrm>
          <a:prstGeom prst="roundRect">
            <a:avLst>
              <a:gd name="adj" fmla="val 18755"/>
            </a:avLst>
          </a:prstGeom>
          <a:solidFill>
            <a:srgbClr val="2196F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07950" y="2895005"/>
            <a:ext cx="2901595" cy="24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 corn — Field 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52651" y="2888159"/>
            <a:ext cx="5283250" cy="253901"/>
          </a:xfrm>
          <a:prstGeom prst="roundRect">
            <a:avLst>
              <a:gd name="adj" fmla="val 15006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201692" y="2913459"/>
            <a:ext cx="1056531" cy="203150"/>
          </a:xfrm>
          <a:prstGeom prst="roundRect">
            <a:avLst>
              <a:gd name="adj" fmla="val 18755"/>
            </a:avLst>
          </a:prstGeom>
          <a:solidFill>
            <a:srgbClr val="FF98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07950" y="3199656"/>
            <a:ext cx="2901595" cy="24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 soybeans — Field 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352651" y="3192810"/>
            <a:ext cx="5283250" cy="253901"/>
          </a:xfrm>
          <a:prstGeom prst="roundRect">
            <a:avLst>
              <a:gd name="adj" fmla="val 15006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730032" y="3218111"/>
            <a:ext cx="1320701" cy="203150"/>
          </a:xfrm>
          <a:prstGeom prst="roundRect">
            <a:avLst>
              <a:gd name="adj" fmla="val 18755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55550" y="3738563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for: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planting schedules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seasonal planning, seeing the big picture.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79253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to Use Each 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view that fits your question: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620589"/>
            <a:ext cx="2743200" cy="1332905"/>
          </a:xfrm>
          <a:prstGeom prst="roundRect">
            <a:avLst>
              <a:gd name="adj" fmla="val 5717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608" y="1747391"/>
            <a:ext cx="253908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|||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608" y="2029867"/>
            <a:ext cx="253908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View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608" y="2312343"/>
            <a:ext cx="253908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5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needs doing today?"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200251" y="1620589"/>
            <a:ext cx="2743349" cy="1332905"/>
          </a:xfrm>
          <a:prstGeom prst="roundRect">
            <a:avLst>
              <a:gd name="adj" fmla="val 5717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302307" y="1747391"/>
            <a:ext cx="253923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=#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302307" y="2029867"/>
            <a:ext cx="253923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View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302307" y="2312343"/>
            <a:ext cx="2539237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5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everyone working on?"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45101" y="1620589"/>
            <a:ext cx="2743349" cy="1332905"/>
          </a:xfrm>
          <a:prstGeom prst="roundRect">
            <a:avLst>
              <a:gd name="adj" fmla="val 5717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147157" y="1747391"/>
            <a:ext cx="253923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--&gt;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147157" y="2029867"/>
            <a:ext cx="253923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 View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147157" y="2312343"/>
            <a:ext cx="253923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5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"When do I plant each field?"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55550" y="3118396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create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views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same Project — one Board, one Timeline, one Table. Switch between them with tabs.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12705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a Project: Step by Step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create a new Project: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2220516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your repository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"Projects"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tab (near the top)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"New project"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layout (easiest to start with)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it a name (e.g., "Spring 2026 Farm Plan")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"Create"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967907"/>
            <a:ext cx="8432899" cy="579239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4125" y="3967907"/>
            <a:ext cx="0" cy="579239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401" y="4094708"/>
            <a:ext cx="8180755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it — 6 steps. Let me show you.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77759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Issues to Your Project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board starts empty. Two ways to add Issues: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1 — From the Project: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34927"/>
            <a:ext cx="8432899" cy="765572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"+ Add item"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 the bottom of any column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for an existing Issue or type a new one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927300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2 — From an Issue: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55550" y="3379738"/>
            <a:ext cx="8432899" cy="765572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any Issue, click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"Projects"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right sidebar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your project — the Issue becomes a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your board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39656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Cards on the Board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update a task's status, drag the card.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5847" y="1646039"/>
            <a:ext cx="2031802" cy="860227"/>
          </a:xfrm>
          <a:prstGeom prst="roundRect">
            <a:avLst>
              <a:gd name="adj" fmla="val 8858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52798" y="1722239"/>
            <a:ext cx="1777901" cy="298996"/>
          </a:xfrm>
          <a:prstGeom prst="roundRect">
            <a:avLst>
              <a:gd name="adj" fmla="val 16990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12743" y="1760339"/>
            <a:ext cx="1658011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52798" y="2071985"/>
            <a:ext cx="1777901" cy="319980"/>
          </a:xfrm>
          <a:prstGeom prst="roundRect">
            <a:avLst>
              <a:gd name="adj" fmla="val 15876"/>
            </a:avLst>
          </a:prstGeom>
          <a:solidFill>
            <a:srgbClr val="FFFFFF"/>
          </a:solidFill>
          <a:ln w="19050">
            <a:solidFill>
              <a:srgbClr val="4E9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32174" y="2129135"/>
            <a:ext cx="1619149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fence post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984599" y="1836093"/>
            <a:ext cx="453441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8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--&gt;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556099" y="1646039"/>
            <a:ext cx="2031802" cy="860227"/>
          </a:xfrm>
          <a:prstGeom prst="roundRect">
            <a:avLst>
              <a:gd name="adj" fmla="val 8858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683050" y="1722239"/>
            <a:ext cx="1777901" cy="298996"/>
          </a:xfrm>
          <a:prstGeom prst="roundRect">
            <a:avLst>
              <a:gd name="adj" fmla="val 16990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742995" y="1760339"/>
            <a:ext cx="1658011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83050" y="2071985"/>
            <a:ext cx="1777901" cy="319980"/>
          </a:xfrm>
          <a:prstGeom prst="roundRect">
            <a:avLst>
              <a:gd name="adj" fmla="val 15876"/>
            </a:avLst>
          </a:prstGeom>
          <a:solidFill>
            <a:srgbClr val="FFFFFF"/>
          </a:solidFill>
          <a:ln w="19050">
            <a:solidFill>
              <a:srgbClr val="4E9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762426" y="2129135"/>
            <a:ext cx="1619149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fence post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4851" y="1836093"/>
            <a:ext cx="453441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8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--&gt;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286351" y="1646039"/>
            <a:ext cx="2031802" cy="860227"/>
          </a:xfrm>
          <a:prstGeom prst="roundRect">
            <a:avLst>
              <a:gd name="adj" fmla="val 8858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13302" y="1722239"/>
            <a:ext cx="1777901" cy="298996"/>
          </a:xfrm>
          <a:prstGeom prst="roundRect">
            <a:avLst>
              <a:gd name="adj" fmla="val 16990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73247" y="1760339"/>
            <a:ext cx="1658011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13302" y="2071985"/>
            <a:ext cx="1777901" cy="319980"/>
          </a:xfrm>
          <a:prstGeom prst="roundRect">
            <a:avLst>
              <a:gd name="adj" fmla="val 15876"/>
            </a:avLst>
          </a:prstGeom>
          <a:solidFill>
            <a:srgbClr val="FFFFFF"/>
          </a:solidFill>
          <a:ln w="19050">
            <a:solidFill>
              <a:srgbClr val="4E9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492678" y="2129135"/>
            <a:ext cx="1619149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fence post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55550" y="2696617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with access can see the current status instantly.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355550" y="3149054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like moving a sticky note across a whiteboard — but everyone can see it from anywhere.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04058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Custom Columns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rename columns or add new ones.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columns: To Do, In Progress, Done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34927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Farm-friendly columns you might add: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525464"/>
            <a:ext cx="1916311" cy="358676"/>
          </a:xfrm>
          <a:prstGeom prst="roundRect">
            <a:avLst>
              <a:gd name="adj" fmla="val 14163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82501" y="2576215"/>
            <a:ext cx="169565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on Weather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373362" y="2525464"/>
            <a:ext cx="1644551" cy="358676"/>
          </a:xfrm>
          <a:prstGeom prst="roundRect">
            <a:avLst>
              <a:gd name="adj" fmla="val 14163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500313" y="2576215"/>
            <a:ext cx="1418463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on Parts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119414" y="2525464"/>
            <a:ext cx="1588294" cy="358676"/>
          </a:xfrm>
          <a:prstGeom prst="roundRect">
            <a:avLst>
              <a:gd name="adj" fmla="val 14163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246364" y="2576215"/>
            <a:ext cx="136108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Supplies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809208" y="2525464"/>
            <a:ext cx="2100114" cy="358676"/>
          </a:xfrm>
          <a:prstGeom prst="roundRect">
            <a:avLst>
              <a:gd name="adj" fmla="val 14163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936159" y="2576215"/>
            <a:ext cx="188313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Scheduled This Week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5550" y="304904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"+"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next to the last column to add a new one.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55550" y="350147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 column name to rename it.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675470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Building a Farm Project Board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17402"/>
            <a:ext cx="8432899" cy="478036"/>
          </a:xfrm>
          <a:prstGeom prst="roundRect">
            <a:avLst>
              <a:gd name="adj" fmla="val 15940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2476" y="1193602"/>
            <a:ext cx="8239048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65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me build a spring planting project.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17095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I'm going to: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162026"/>
            <a:ext cx="8432899" cy="1856780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Project called "Spring Planting 2026"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4 Issues (one for each field)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1 Issue to "In Progress"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 custom column: "Waiting on Weather"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to Table View and Timeline View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55550" y="4132957"/>
            <a:ext cx="8432899" cy="426244"/>
          </a:xfrm>
          <a:prstGeom prst="roundRect">
            <a:avLst>
              <a:gd name="adj" fmla="val 11918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07950" y="4209008"/>
            <a:ext cx="8290661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watch for now</a:t>
            </a:r>
            <a:pPr algn="l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you'll build your own next.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62139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Practice Introduction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17402"/>
            <a:ext cx="8432899" cy="495300"/>
          </a:xfrm>
          <a:prstGeom prst="roundRect">
            <a:avLst>
              <a:gd name="adj" fmla="val 15385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2476" y="1193602"/>
            <a:ext cx="823904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turn! Follow along with me.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55550" y="1726853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and your partner will create a farm Project board together.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179290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I'll walk you through each step. Follow along on your screen.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55550" y="2631728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get stuck: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55550" y="3084165"/>
            <a:ext cx="8432899" cy="765572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partner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your hand — I'll come to you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355550" y="4014639"/>
            <a:ext cx="8432899" cy="579239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84125" y="4014639"/>
            <a:ext cx="0" cy="579239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0401" y="4141440"/>
            <a:ext cx="8180755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can't break anything.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something goes wrong, we'll fix it together.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57454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Practice Steps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along with me: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2584252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the demo farm repository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"Projects"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tab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"New project"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choose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it: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"[Your Name]'s Farm Plan"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"Create"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3 Issues using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"+ Add item"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1 Issue to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Progress"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4306342"/>
            <a:ext cx="8432899" cy="477143"/>
          </a:xfrm>
          <a:prstGeom prst="rect">
            <a:avLst/>
          </a:prstGeom>
          <a:solidFill>
            <a:srgbClr val="FFF8E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4125" y="4306342"/>
            <a:ext cx="0" cy="477143"/>
          </a:xfrm>
          <a:prstGeom prst="line">
            <a:avLst/>
          </a:prstGeom>
          <a:noFill/>
          <a:ln w="57150">
            <a:solidFill>
              <a:srgbClr val="F9A8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5100" y="4407843"/>
            <a:ext cx="8232368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5D40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Checkpoint:</a:t>
            </a:r>
            <a:pPr algn="l" indent="0" marL="0">
              <a:lnSpc>
                <a:spcPts val="216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5D40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 should see 3 cards — 2 in "To Do" and 1 in "In Progress."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388682" y="1539925"/>
            <a:ext cx="236663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677096" y="2365325"/>
            <a:ext cx="1789807" cy="682526"/>
          </a:xfrm>
          <a:prstGeom prst="roundRect">
            <a:avLst>
              <a:gd name="adj" fmla="val 14886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970094" y="2568476"/>
            <a:ext cx="120381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900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Minutes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79347" y="3251002"/>
            <a:ext cx="8185157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900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we come back, you'll build your own farm project board from scratch!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40573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Practice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17402"/>
            <a:ext cx="8432899" cy="447675"/>
          </a:xfrm>
          <a:prstGeom prst="roundRect">
            <a:avLst>
              <a:gd name="adj" fmla="val 17021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2476" y="1193602"/>
            <a:ext cx="8239048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challenge: Build a complete farm project board.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55550" y="1691878"/>
            <a:ext cx="421015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scenario: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55550" y="1974354"/>
            <a:ext cx="4127599" cy="768251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950"/>
              </a:lnSpc>
              <a:spcAft>
                <a:spcPts val="100"/>
              </a:spcAft>
              <a:buSzPct val="100000"/>
              <a:buChar char="•"/>
            </a:pPr>
            <a:r>
              <a:rPr lang="en-US" sz="15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A:</a:t>
            </a:r>
            <a:pPr algn="l" indent="0" marL="0">
              <a:lnSpc>
                <a:spcPts val="1950"/>
              </a:lnSpc>
              <a:spcAft>
                <a:spcPts val="100"/>
              </a:spcAft>
              <a:buNone/>
            </a:pPr>
            <a:r>
              <a:rPr lang="en-US" sz="15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Spring Planting</a:t>
            </a:r>
            <a:endParaRPr lang="en-US" sz="1500" dirty="0"/>
          </a:p>
          <a:p>
            <a:pPr algn="l" marL="114300" indent="-114300">
              <a:lnSpc>
                <a:spcPts val="1950"/>
              </a:lnSpc>
              <a:spcAft>
                <a:spcPts val="100"/>
              </a:spcAft>
              <a:buSzPct val="100000"/>
              <a:buChar char="•"/>
            </a:pPr>
            <a:r>
              <a:rPr lang="en-US" sz="15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B:</a:t>
            </a:r>
            <a:pPr algn="l" indent="0" marL="0">
              <a:lnSpc>
                <a:spcPts val="1950"/>
              </a:lnSpc>
              <a:spcAft>
                <a:spcPts val="100"/>
              </a:spcAft>
              <a:buNone/>
            </a:pPr>
            <a:r>
              <a:rPr lang="en-US" sz="15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Equipment Maintenance</a:t>
            </a:r>
            <a:endParaRPr lang="en-US" sz="1500" dirty="0"/>
          </a:p>
          <a:p>
            <a:pPr algn="l" marL="114300" indent="-114300">
              <a:lnSpc>
                <a:spcPts val="1950"/>
              </a:lnSpc>
              <a:spcAft>
                <a:spcPts val="100"/>
              </a:spcAft>
              <a:buSzPct val="100000"/>
              <a:buChar char="•"/>
            </a:pPr>
            <a:r>
              <a:rPr lang="en-US" sz="15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C:</a:t>
            </a:r>
            <a:pPr algn="l" indent="0" marL="0">
              <a:lnSpc>
                <a:spcPts val="1950"/>
              </a:lnSpc>
              <a:spcAft>
                <a:spcPts val="100"/>
              </a:spcAft>
              <a:buNone/>
            </a:pPr>
            <a:r>
              <a:rPr lang="en-US" sz="15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Livestock Health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660850" y="1691878"/>
            <a:ext cx="421015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your project board: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660850" y="1974354"/>
            <a:ext cx="4127599" cy="1288852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950"/>
              </a:lnSpc>
              <a:spcAft>
                <a:spcPts val="100"/>
              </a:spcAft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Project with a name</a:t>
            </a:r>
            <a:endParaRPr lang="en-US" sz="1500" dirty="0"/>
          </a:p>
          <a:p>
            <a:pPr algn="l" marL="114300" indent="-114300">
              <a:lnSpc>
                <a:spcPts val="1950"/>
              </a:lnSpc>
              <a:spcAft>
                <a:spcPts val="100"/>
              </a:spcAft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at least 4 Issues</a:t>
            </a:r>
            <a:endParaRPr lang="en-US" sz="1500" dirty="0"/>
          </a:p>
          <a:p>
            <a:pPr algn="l" marL="114300" indent="-114300">
              <a:lnSpc>
                <a:spcPts val="1950"/>
              </a:lnSpc>
              <a:spcAft>
                <a:spcPts val="100"/>
              </a:spcAft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1 to "In Progress," 1 to "Done"</a:t>
            </a:r>
            <a:endParaRPr lang="en-US" sz="1500" dirty="0"/>
          </a:p>
          <a:p>
            <a:pPr algn="l" marL="114300" indent="-114300">
              <a:lnSpc>
                <a:spcPts val="1950"/>
              </a:lnSpc>
              <a:spcAft>
                <a:spcPts val="100"/>
              </a:spcAft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1 custom column</a:t>
            </a:r>
            <a:endParaRPr lang="en-US" sz="1500" dirty="0"/>
          </a:p>
          <a:p>
            <a:pPr algn="l" marL="114300" indent="-114300">
              <a:lnSpc>
                <a:spcPts val="1950"/>
              </a:lnSpc>
              <a:spcAft>
                <a:spcPts val="100"/>
              </a:spcAft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to Table View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7558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Vocabulary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terms from today: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69839"/>
            <a:ext cx="8432899" cy="383977"/>
          </a:xfrm>
          <a:prstGeom prst="roundRect">
            <a:avLst>
              <a:gd name="adj" fmla="val 13230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55550" y="1569839"/>
            <a:ext cx="2115095" cy="383977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Term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429173" y="1569839"/>
            <a:ext cx="2598593" cy="383977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Analogy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976813" y="1569839"/>
            <a:ext cx="3887870" cy="383977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55550" y="1953816"/>
            <a:ext cx="8432899" cy="351086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355550" y="2300139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5550" y="1953816"/>
            <a:ext cx="2115095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429173" y="1953816"/>
            <a:ext cx="2598593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 board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76813" y="1953816"/>
            <a:ext cx="3887870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Organizes Issues visually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5550" y="2304901"/>
            <a:ext cx="8432899" cy="35108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55550" y="2651224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5550" y="2304901"/>
            <a:ext cx="2115095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View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429173" y="2304901"/>
            <a:ext cx="2598593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76813" y="2304901"/>
            <a:ext cx="3887870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Columns: To Do, In Progress, Done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55550" y="2655987"/>
            <a:ext cx="8432899" cy="351086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355550" y="3002310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5550" y="2655987"/>
            <a:ext cx="2115095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View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429173" y="2655987"/>
            <a:ext cx="2598593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Spreadsheet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976813" y="2655987"/>
            <a:ext cx="3887870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Sortable rows and columns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55550" y="3007072"/>
            <a:ext cx="8432899" cy="35108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355550" y="3353395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55550" y="3007072"/>
            <a:ext cx="2115095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 View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429173" y="3007072"/>
            <a:ext cx="2598593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76813" y="3007072"/>
            <a:ext cx="3887870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start/end 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55550" y="3358158"/>
            <a:ext cx="8432899" cy="351086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355550" y="3704481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5550" y="3358158"/>
            <a:ext cx="2115095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429173" y="3358158"/>
            <a:ext cx="2598593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Sticky note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976813" y="3358158"/>
            <a:ext cx="3887870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Issue on a project board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5550" y="3709243"/>
            <a:ext cx="8432899" cy="35108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355550" y="4055566"/>
            <a:ext cx="8432899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5550" y="3709243"/>
            <a:ext cx="2115095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429173" y="3709243"/>
            <a:ext cx="2598593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section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976813" y="3709243"/>
            <a:ext cx="3887870" cy="34156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Groups tasks by status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162780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about your farm: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620589"/>
            <a:ext cx="8432899" cy="934343"/>
          </a:xfrm>
          <a:prstGeom prst="roundRect">
            <a:avLst>
              <a:gd name="adj" fmla="val 8155"/>
            </a:avLst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33251" y="1760190"/>
            <a:ext cx="8239048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800" i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are 3 tasks you would organize into a Project board?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33251" y="2106811"/>
            <a:ext cx="8239048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800" i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view (Board, Table, or Timeline) would be most useful for your farm?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55550" y="2757934"/>
            <a:ext cx="8432899" cy="460921"/>
          </a:xfrm>
          <a:prstGeom prst="roundRect">
            <a:avLst>
              <a:gd name="adj" fmla="val 16532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2476" y="2834134"/>
            <a:ext cx="8239048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to your partner and share your answers. (3 minutes)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191380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68152"/>
            <a:ext cx="8432899" cy="1236613"/>
          </a:xfrm>
          <a:prstGeom prst="roundRect">
            <a:avLst>
              <a:gd name="adj" fmla="val 8216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78435" y="1295102"/>
            <a:ext cx="818713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4: Collaboration and Pull Requests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78435" y="1669703"/>
            <a:ext cx="8187130" cy="582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9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to share your farm plans with others and work together — like passing a notebook back and forth, but everyone can see the changes.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55550" y="2569666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between-session practice: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55550" y="3022104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2 more Issues to your project board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switching between Board, Table, and Timeline views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cards as you complete tasks this week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73497" y="852785"/>
            <a:ext cx="319700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Survey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84200" y="1662261"/>
            <a:ext cx="7175599" cy="812602"/>
          </a:xfrm>
          <a:prstGeom prst="roundRect">
            <a:avLst>
              <a:gd name="adj" fmla="val 15629"/>
            </a:avLst>
          </a:prstGeom>
          <a:solidFill>
            <a:srgbClr val="4E9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23340" y="1916162"/>
            <a:ext cx="669731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Please fill out the 2-minute survey before you leave.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936950" y="2855714"/>
            <a:ext cx="1269950" cy="38100"/>
          </a:xfrm>
          <a:prstGeom prst="rect">
            <a:avLst/>
          </a:prstGeom>
          <a:solidFill>
            <a:srgbClr val="A5D6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846525" y="3147715"/>
            <a:ext cx="14509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100" b="1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74904" y="3604915"/>
            <a:ext cx="8394192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100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now know how to plan and organize your farm tasks visually on GitHub.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3: GitHub Projects for Planning</dc:title>
  <dc:subject>GitHub Training for Farmers — Session 3 of 12</dc:subject>
  <dc:creator>GitHub4Farms Training</dc:creator>
  <cp:lastModifiedBy>GitHub4Farms Training</cp:lastModifiedBy>
  <cp:revision>1</cp:revision>
  <dcterms:created xsi:type="dcterms:W3CDTF">2026-01-30T07:03:35Z</dcterms:created>
  <dcterms:modified xsi:type="dcterms:W3CDTF">2026-01-30T07:03:35Z</dcterms:modified>
</cp:coreProperties>
</file>